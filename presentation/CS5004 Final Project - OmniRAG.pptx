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Space Grotesk Light"/>
      <p:regular r:id="rId20"/>
      <p:bold r:id="rId21"/>
    </p:embeddedFont>
    <p:embeddedFont>
      <p:font typeface="Space Grotesk Medium"/>
      <p:regular r:id="rId22"/>
      <p:bold r:id="rId23"/>
    </p:embeddedFont>
    <p:embeddedFont>
      <p:font typeface="Roboto Mono"/>
      <p:regular r:id="rId24"/>
      <p:bold r:id="rId25"/>
      <p:italic r:id="rId26"/>
      <p:boldItalic r:id="rId27"/>
    </p:embeddedFont>
    <p:embeddedFont>
      <p:font typeface="Space Grotesk"/>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9ADD00-4A92-4E75-9895-992D5502FAF6}">
  <a:tblStyle styleId="{979ADD00-4A92-4E75-9895-992D5502FAF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paceGroteskLight-regular.fntdata"/><Relationship Id="rId22" Type="http://schemas.openxmlformats.org/officeDocument/2006/relationships/font" Target="fonts/SpaceGroteskMedium-regular.fntdata"/><Relationship Id="rId21" Type="http://schemas.openxmlformats.org/officeDocument/2006/relationships/font" Target="fonts/SpaceGroteskLight-bold.fntdata"/><Relationship Id="rId24" Type="http://schemas.openxmlformats.org/officeDocument/2006/relationships/font" Target="fonts/RobotoMono-regular.fntdata"/><Relationship Id="rId23" Type="http://schemas.openxmlformats.org/officeDocument/2006/relationships/font" Target="fonts/SpaceGrotesk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ono-italic.fntdata"/><Relationship Id="rId25" Type="http://schemas.openxmlformats.org/officeDocument/2006/relationships/font" Target="fonts/RobotoMono-bold.fntdata"/><Relationship Id="rId28" Type="http://schemas.openxmlformats.org/officeDocument/2006/relationships/font" Target="fonts/SpaceGrotesk-regular.fntdata"/><Relationship Id="rId27" Type="http://schemas.openxmlformats.org/officeDocument/2006/relationships/font" Target="fonts/RobotoMon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SpaceGrotesk-bold.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d6cce84da8_0_20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d6cce84da8_0_2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br>
              <a:rPr lang="en"/>
            </a:br>
            <a:r>
              <a:rPr lang="en"/>
              <a:t>John: Before we get started, you guys can clone the app repo to your computer for experience, we also leave the instructions how to use there in both terminal and app.</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
                <a:solidFill>
                  <a:schemeClr val="dk1"/>
                </a:solidFill>
              </a:rPr>
              <a:t>Snow</a:t>
            </a:r>
            <a:endParaRPr>
              <a:solidFill>
                <a:schemeClr val="dk1"/>
              </a:solidFill>
            </a:endParaRPr>
          </a:p>
          <a:p>
            <a:pPr indent="0" lvl="0" marL="0" rtl="0" algn="l">
              <a:spcBef>
                <a:spcPts val="0"/>
              </a:spcBef>
              <a:spcAft>
                <a:spcPts val="0"/>
              </a:spcAft>
              <a:buSzPts val="1100"/>
              <a:buNone/>
            </a:pPr>
            <a:br>
              <a:rPr lang="en"/>
            </a:br>
            <a:r>
              <a:rPr lang="en"/>
              <a:t>Hi everyone, we're Team OmniRAG. I'm Snow, that's John, and that's Ash. Today we're presenting our final project — a full Retrieval-Augmented Generation engine built in Java 21 and Spring Boot. Let's get right into it.</a:t>
            </a:r>
            <a:endParaRPr/>
          </a:p>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d6cce84da8_0_20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d6cce84da8_0_20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a:solidFill>
                  <a:schemeClr val="dk1"/>
                </a:solidFill>
              </a:rPr>
              <a:t>Snow</a:t>
            </a:r>
            <a:endParaRPr>
              <a:solidFill>
                <a:schemeClr val="dk1"/>
              </a:solidFill>
            </a:endParaRPr>
          </a:p>
          <a:p>
            <a:pPr indent="0" lvl="0" marL="0" rtl="0" algn="l">
              <a:spcBef>
                <a:spcPts val="1200"/>
              </a:spcBef>
              <a:spcAft>
                <a:spcPts val="0"/>
              </a:spcAft>
              <a:buSzPts val="1100"/>
              <a:buNone/>
            </a:pPr>
            <a:r>
              <a:rPr lang="en">
                <a:solidFill>
                  <a:schemeClr val="dk1"/>
                </a:solidFill>
              </a:rPr>
              <a:t>So what is OmniRAG? </a:t>
            </a:r>
            <a:endParaRPr>
              <a:solidFill>
                <a:schemeClr val="dk1"/>
              </a:solidFill>
            </a:endParaRPr>
          </a:p>
          <a:p>
            <a:pPr indent="0" lvl="0" marL="0" rtl="0" algn="l">
              <a:spcBef>
                <a:spcPts val="0"/>
              </a:spcBef>
              <a:spcAft>
                <a:spcPts val="0"/>
              </a:spcAft>
              <a:buSzPts val="1100"/>
              <a:buNone/>
            </a:pPr>
            <a:r>
              <a:rPr lang="en">
                <a:solidFill>
                  <a:schemeClr val="dk1"/>
                </a:solidFill>
              </a:rPr>
              <a:t>it's an open-book AI system — instead of asking an LLM to answer from memory and risk hallucinating, we first retrieve the most relevant passages from your document, then ask the model to answer based only on that evidence, with citations.</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We built it across three domains — film production, legal texts, and technical documentation. These aren't random choices: they're format-diverse and each requires domain-specific parsing - a wrong answer about a legal clause matters. So accuracy and citation are non-negotiable.</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d815a895b7_0_501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system is built on Java 21, Spring Boot 3.2.5,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OpenAI's text-embedding-3-small for vectorization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gpt-4o-mini for generation and re-ranking.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Ash will now show you how it actually works.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d70be5a669_0_10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d70be5a669_0_1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Ash</a:t>
            </a:r>
            <a:endParaRPr/>
          </a:p>
          <a:p>
            <a:pPr indent="0" lvl="0" marL="0" rtl="0" algn="l">
              <a:lnSpc>
                <a:spcPct val="115000"/>
              </a:lnSpc>
              <a:spcBef>
                <a:spcPts val="1200"/>
              </a:spcBef>
              <a:spcAft>
                <a:spcPts val="0"/>
              </a:spcAft>
              <a:buSzPts val="1100"/>
              <a:buNone/>
            </a:pPr>
            <a:r>
              <a:rPr lang="en">
                <a:solidFill>
                  <a:schemeClr val="dk1"/>
                </a:solidFill>
              </a:rPr>
              <a:t>Thanks Snow. Let me walk you through the system — from the user's perspective, and then behind the scenes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**From the user side**, it's three steps: Upload, Index, Query.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You drop in a file — lets say, a screenplay PDF — the system chunks and vectorizes it in the background, and then you ask it anything in English. The answer streams back token by token in real time through Server-Sent Events, so it feels live.</a:t>
            </a:r>
            <a:endParaRPr/>
          </a:p>
          <a:p>
            <a:pPr indent="0" lvl="0" marL="0" rtl="0" algn="l">
              <a:spcBef>
                <a:spcPts val="1200"/>
              </a:spcBef>
              <a:spcAft>
                <a:spcPts val="0"/>
              </a:spcAft>
              <a:buSzPts val="1100"/>
              <a:buNone/>
            </a:pPr>
            <a:r>
              <a:t/>
            </a:r>
            <a:endParaRPr/>
          </a:p>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d70be5a669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d70be5a669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Ash</a:t>
            </a:r>
            <a:endParaRPr/>
          </a:p>
          <a:p>
            <a:pPr indent="0" lvl="0" marL="0" rtl="0" algn="l">
              <a:lnSpc>
                <a:spcPct val="115000"/>
              </a:lnSpc>
              <a:spcBef>
                <a:spcPts val="1200"/>
              </a:spcBef>
              <a:spcAft>
                <a:spcPts val="0"/>
              </a:spcAft>
              <a:buClr>
                <a:schemeClr val="dk1"/>
              </a:buClr>
              <a:buSzPts val="1100"/>
              <a:buFont typeface="Arial"/>
              <a:buNone/>
            </a:pPr>
            <a:r>
              <a:rPr lang="en"/>
              <a:t>**Now let me trace exactly what happens internally** when you hit query.</a:t>
            </a:r>
            <a:endParaRPr/>
          </a:p>
          <a:p>
            <a:pPr indent="0" lvl="0" marL="0" rtl="0" algn="l">
              <a:lnSpc>
                <a:spcPct val="115000"/>
              </a:lnSpc>
              <a:spcBef>
                <a:spcPts val="1200"/>
              </a:spcBef>
              <a:spcAft>
                <a:spcPts val="0"/>
              </a:spcAft>
              <a:buClr>
                <a:schemeClr val="dk1"/>
              </a:buClr>
              <a:buSzPts val="1100"/>
              <a:buFont typeface="Arial"/>
              <a:buNone/>
            </a:pPr>
            <a:r>
              <a:rPr lang="en"/>
              <a:t>Step 1 — your request lands on `RagController`</a:t>
            </a:r>
            <a:endParaRPr/>
          </a:p>
          <a:p>
            <a:pPr indent="0" lvl="0" marL="0" rtl="0" algn="l">
              <a:lnSpc>
                <a:spcPct val="115000"/>
              </a:lnSpc>
              <a:spcBef>
                <a:spcPts val="1200"/>
              </a:spcBef>
              <a:spcAft>
                <a:spcPts val="0"/>
              </a:spcAft>
              <a:buClr>
                <a:schemeClr val="dk1"/>
              </a:buClr>
              <a:buSzPts val="1100"/>
              <a:buFont typeface="Arial"/>
              <a:buNone/>
            </a:pPr>
            <a:r>
              <a:rPr lang="en"/>
              <a:t>Step 2 — it hands off to `RagOrchestrator奥克丝吹特`, the central coordinator.</a:t>
            </a:r>
            <a:endParaRPr/>
          </a:p>
          <a:p>
            <a:pPr indent="0" lvl="0" marL="0" rtl="0" algn="l">
              <a:lnSpc>
                <a:spcPct val="115000"/>
              </a:lnSpc>
              <a:spcBef>
                <a:spcPts val="1200"/>
              </a:spcBef>
              <a:spcAft>
                <a:spcPts val="0"/>
              </a:spcAft>
              <a:buClr>
                <a:schemeClr val="dk1"/>
              </a:buClr>
              <a:buSzPts val="1100"/>
              <a:buFont typeface="Arial"/>
              <a:buNone/>
            </a:pPr>
            <a:r>
              <a:rPr lang="en"/>
              <a:t>Step 3 — the document was already parsed by a `DocumentAdapter` during upload.</a:t>
            </a:r>
            <a:endParaRPr/>
          </a:p>
          <a:p>
            <a:pPr indent="0" lvl="0" marL="0" rtl="0" algn="l">
              <a:lnSpc>
                <a:spcPct val="115000"/>
              </a:lnSpc>
              <a:spcBef>
                <a:spcPts val="1200"/>
              </a:spcBef>
              <a:spcAft>
                <a:spcPts val="0"/>
              </a:spcAft>
              <a:buClr>
                <a:schemeClr val="dk1"/>
              </a:buClr>
              <a:buSzPts val="1100"/>
              <a:buFont typeface="Arial"/>
              <a:buNone/>
            </a:pPr>
            <a:r>
              <a:rPr lang="en"/>
              <a:t>Step 4 — each chunk was embedded into a 1,536-dimensional float array and stored in `SQLiteVectorStore`.</a:t>
            </a:r>
            <a:endParaRPr/>
          </a:p>
          <a:p>
            <a:pPr indent="0" lvl="0" marL="0" rtl="0" algn="l">
              <a:lnSpc>
                <a:spcPct val="115000"/>
              </a:lnSpc>
              <a:spcBef>
                <a:spcPts val="1200"/>
              </a:spcBef>
              <a:spcAft>
                <a:spcPts val="0"/>
              </a:spcAft>
              <a:buClr>
                <a:schemeClr val="dk1"/>
              </a:buClr>
              <a:buSzPts val="1100"/>
              <a:buFont typeface="Arial"/>
              <a:buNone/>
            </a:pPr>
            <a:r>
              <a:rPr lang="en"/>
              <a:t>Step 5 — on query, we retrieve瑞吹唔 the top 10 similar chunks using **hand-implemented cosine similarity** — dot product over the product of magnitudes</a:t>
            </a:r>
            <a:endParaRPr/>
          </a:p>
          <a:p>
            <a:pPr indent="0" lvl="0" marL="0" rtl="0" algn="l">
              <a:lnSpc>
                <a:spcPct val="115000"/>
              </a:lnSpc>
              <a:spcBef>
                <a:spcPts val="1200"/>
              </a:spcBef>
              <a:spcAft>
                <a:spcPts val="1200"/>
              </a:spcAft>
              <a:buSzPts val="1100"/>
              <a:buNone/>
            </a:pPr>
            <a:r>
              <a:rPr lang="en"/>
              <a:t>Step 6 — those 10 chunks go through `LlmReranker`, which makes one GPT-4o-mini call to pick the best 5, and then `ChatService` generates the final answer with source citations.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d70be5a669_0_3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d70be5a669_0_3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Ash</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For the architecture, we have an HTTP client at the top, then a Spring Boot REST layer with six endpoints. Everything goes through the orchestrator, which then hands things off to the DocumentAdapter, VectorStore, and ChatService. The orchestrator only talks to interfaces.</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d732965465_0_151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Ash</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Left side — orchestrator's world: </a:t>
            </a:r>
            <a:r>
              <a:rPr lang="en">
                <a:solidFill>
                  <a:srgbClr val="188038"/>
                </a:solidFill>
                <a:latin typeface="Roboto Mono"/>
                <a:ea typeface="Roboto Mono"/>
                <a:cs typeface="Roboto Mono"/>
                <a:sym typeface="Roboto Mono"/>
              </a:rPr>
              <a:t>embed(text)</a:t>
            </a:r>
            <a:r>
              <a:rPr lang="en">
                <a:solidFill>
                  <a:schemeClr val="dk1"/>
                </a:solidFill>
              </a:rPr>
              <a:t> gives a vector, </a:t>
            </a:r>
            <a:r>
              <a:rPr lang="en">
                <a:solidFill>
                  <a:srgbClr val="188038"/>
                </a:solidFill>
                <a:latin typeface="Roboto Mono"/>
                <a:ea typeface="Roboto Mono"/>
                <a:cs typeface="Roboto Mono"/>
                <a:sym typeface="Roboto Mono"/>
              </a:rPr>
              <a:t>search(query, topK)</a:t>
            </a:r>
            <a:r>
              <a:rPr lang="en">
                <a:solidFill>
                  <a:schemeClr val="dk1"/>
                </a:solidFill>
              </a:rPr>
              <a:t> gives documents. That's all it knows.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Right side — the hidden mess: OkHttp, Gson, SQLite, cosine math. Orchestrator never touches any of it. That's coding to an interface. And in the end we got 94% retrieval hit rate.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John will walk us through a live demo.</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d815a895b7_0_251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John after showing demo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Upload with domain binding, </a:t>
            </a:r>
            <a:endParaRPr/>
          </a:p>
          <a:p>
            <a:pPr indent="0" lvl="0" marL="0" rtl="0" algn="l">
              <a:spcBef>
                <a:spcPts val="0"/>
              </a:spcBef>
              <a:spcAft>
                <a:spcPts val="0"/>
              </a:spcAft>
              <a:buNone/>
            </a:pPr>
            <a:r>
              <a:rPr lang="en"/>
              <a:t>semantic query with citations, </a:t>
            </a:r>
            <a:endParaRPr/>
          </a:p>
          <a:p>
            <a:pPr indent="0" lvl="0" marL="0" rtl="0" algn="l">
              <a:spcBef>
                <a:spcPts val="0"/>
              </a:spcBef>
              <a:spcAft>
                <a:spcPts val="0"/>
              </a:spcAft>
              <a:buNone/>
            </a:pPr>
            <a:r>
              <a:rPr lang="en"/>
              <a:t>multi-turn follow-ups, </a:t>
            </a:r>
            <a:endParaRPr/>
          </a:p>
          <a:p>
            <a:pPr indent="0" lvl="0" marL="0" rtl="0" algn="l">
              <a:spcBef>
                <a:spcPts val="0"/>
              </a:spcBef>
              <a:spcAft>
                <a:spcPts val="0"/>
              </a:spcAft>
              <a:buNone/>
            </a:pPr>
            <a:r>
              <a:rPr lang="en"/>
              <a:t>domain hot-swap. </a:t>
            </a:r>
            <a:endParaRPr/>
          </a:p>
          <a:p>
            <a:pPr indent="0" lvl="0" marL="0" rtl="0" algn="l">
              <a:spcBef>
                <a:spcPts val="0"/>
              </a:spcBef>
              <a:spcAft>
                <a:spcPts val="0"/>
              </a:spcAft>
              <a:buNone/>
            </a:pPr>
            <a:r>
              <a:rPr lang="en"/>
              <a:t>Built-in eval endpoint for retrieval metrics. </a:t>
            </a:r>
            <a:endParaRPr/>
          </a:p>
          <a:p>
            <a:pPr indent="0" lvl="0" marL="0" rtl="0" algn="l">
              <a:spcBef>
                <a:spcPts val="0"/>
              </a:spcBef>
              <a:spcAft>
                <a:spcPts val="0"/>
              </a:spcAft>
              <a:buNone/>
            </a:pPr>
            <a:r>
              <a:rPr lang="en"/>
              <a:t>All answers stream via SSE, safely encoded.</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e04df77d4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e04df77d4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d734dfb345_5_149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John</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Template Method: BaseDocumentAdapter handles shared parsing, subclasses only override </a:t>
            </a:r>
            <a:r>
              <a:rPr lang="en">
                <a:solidFill>
                  <a:srgbClr val="188038"/>
                </a:solidFill>
                <a:latin typeface="Roboto Mono"/>
                <a:ea typeface="Roboto Mono"/>
                <a:cs typeface="Roboto Mono"/>
                <a:sym typeface="Roboto Mono"/>
              </a:rPr>
              <a:t>buildChunks()</a:t>
            </a:r>
            <a:r>
              <a:rPr lang="en">
                <a:solidFill>
                  <a:schemeClr val="dk1"/>
                </a:solidFill>
              </a:rPr>
              <a:t> — scenes for scripts, sections for legal, fixed-size for general.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Interface polymorphism: VectorStore interface, SQLiteVectorStore tagged </a:t>
            </a:r>
            <a:r>
              <a:rPr lang="en">
                <a:solidFill>
                  <a:srgbClr val="188038"/>
                </a:solidFill>
                <a:latin typeface="Roboto Mono"/>
                <a:ea typeface="Roboto Mono"/>
                <a:cs typeface="Roboto Mono"/>
                <a:sym typeface="Roboto Mono"/>
              </a:rPr>
              <a:t>@Primary</a:t>
            </a:r>
            <a:r>
              <a:rPr lang="en">
                <a:solidFill>
                  <a:schemeClr val="dk1"/>
                </a:solidFill>
              </a:rPr>
              <a:t>. Switch to in-memory? Zero orchestrator changes.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d815a895b7_0_7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d815a895b7_0_7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John</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
              <a:t>50MB file cap. Strict format whitelist. 300K token embedding limit. No auth or rate limiting — open access for demo purposes.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d829adf3cb_0_50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Snow</a:t>
            </a:r>
            <a:br>
              <a:rPr lang="en">
                <a:solidFill>
                  <a:schemeClr val="dk1"/>
                </a:solidFill>
              </a:rPr>
            </a:br>
            <a:br>
              <a:rPr lang="en">
                <a:solidFill>
                  <a:schemeClr val="dk1"/>
                </a:solidFill>
              </a:rPr>
            </a:br>
            <a:r>
              <a:rPr lang="en">
                <a:solidFill>
                  <a:schemeClr val="dk1"/>
                </a:solidFill>
              </a:rPr>
              <a:t>We hit two bugs that taught us the most.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first one — the Invisible Mutation Bug.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Domain stamping wasn't working, every document was defaulting to "general" no matter what we uploaded. Turns out, getMetadata() returns a defensive copy — The data was never saved! We added a dedicated putMetadata() method directly on the Chunk class to fix this. Lesson: encapsulation has real consequences. If we want something to be immutable, make sure we also provide a write path.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second one is SSE Crash Bug. Our streaming endpoint was hand-rolling JSON escaping — we thought we'd covered it, handled three control characters. Then GPT-4o-mini returned a Unicode null byte, and the client just crashed. The fix was literally one line: gson.toJson(token).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started week one with a basic in-memory loop. We ended with SQLite persistence, LLM re-ranking, batch embedding.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More importantly, every major OOD concept from this course is present in this codebase as a real architectural decision. The VectorStore interface we froze on Day 1 let all three of us develop in parallel without merge conflicts. When SQLite was added, the Orchestrator didn't change. When batch embedding was added, existing callers kept working.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d734dfb345_5_3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d734dfb345_5_3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TITLE_1_2">
    <p:bg>
      <p:bgPr>
        <a:solidFill>
          <a:schemeClr val="dk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716836" y="2603560"/>
            <a:ext cx="7775700" cy="865200"/>
          </a:xfrm>
          <a:prstGeom prst="rect">
            <a:avLst/>
          </a:prstGeom>
        </p:spPr>
        <p:txBody>
          <a:bodyPr anchorCtr="0" anchor="ctr" bIns="0" lIns="0" spcFirstLastPara="1" rIns="0" wrap="square" tIns="0">
            <a:noAutofit/>
          </a:bodyPr>
          <a:lstStyle>
            <a:lvl1pPr lvl="0">
              <a:lnSpc>
                <a:spcPct val="80000"/>
              </a:lnSpc>
              <a:spcBef>
                <a:spcPts val="0"/>
              </a:spcBef>
              <a:spcAft>
                <a:spcPts val="0"/>
              </a:spcAft>
              <a:buSzPts val="3500"/>
              <a:buFont typeface="Space Grotesk"/>
              <a:buNone/>
              <a:defRPr sz="3500">
                <a:highlight>
                  <a:schemeClr val="accent2"/>
                </a:highlight>
                <a:latin typeface="Space Grotesk"/>
                <a:ea typeface="Space Grotesk"/>
                <a:cs typeface="Space Grotesk"/>
                <a:sym typeface="Space Grotesk"/>
              </a:defRPr>
            </a:lvl1pPr>
            <a:lvl2pPr lvl="1">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2pPr>
            <a:lvl3pPr lvl="2">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3pPr>
            <a:lvl4pPr lvl="3">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4pPr>
            <a:lvl5pPr lvl="4">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5pPr>
            <a:lvl6pPr lvl="5">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6pPr>
            <a:lvl7pPr lvl="6">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7pPr>
            <a:lvl8pPr lvl="7">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8pPr>
            <a:lvl9pPr lvl="8">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9pPr>
          </a:lstStyle>
          <a:p/>
        </p:txBody>
      </p:sp>
      <p:sp>
        <p:nvSpPr>
          <p:cNvPr id="11" name="Google Shape;11;p2"/>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lvl1pPr lvl="0">
              <a:lnSpc>
                <a:spcPct val="80000"/>
              </a:lnSpc>
              <a:spcBef>
                <a:spcPts val="0"/>
              </a:spcBef>
              <a:spcAft>
                <a:spcPts val="0"/>
              </a:spcAft>
              <a:buClr>
                <a:schemeClr val="lt2"/>
              </a:buClr>
              <a:buSzPts val="1500"/>
              <a:buFont typeface="Space Grotesk Medium"/>
              <a:buNone/>
              <a:defRPr sz="1500">
                <a:solidFill>
                  <a:schemeClr val="lt2"/>
                </a:solidFill>
              </a:defRPr>
            </a:lvl1pPr>
            <a:lvl2pPr lvl="1">
              <a:spcBef>
                <a:spcPts val="0"/>
              </a:spcBef>
              <a:spcAft>
                <a:spcPts val="0"/>
              </a:spcAft>
              <a:buClr>
                <a:schemeClr val="lt2"/>
              </a:buClr>
              <a:buSzPts val="1500"/>
              <a:buFont typeface="Space Grotesk Medium"/>
              <a:buNone/>
              <a:defRPr sz="1500">
                <a:solidFill>
                  <a:schemeClr val="lt2"/>
                </a:solidFill>
              </a:defRPr>
            </a:lvl2pPr>
            <a:lvl3pPr lvl="2">
              <a:spcBef>
                <a:spcPts val="0"/>
              </a:spcBef>
              <a:spcAft>
                <a:spcPts val="0"/>
              </a:spcAft>
              <a:buClr>
                <a:schemeClr val="lt2"/>
              </a:buClr>
              <a:buSzPts val="1500"/>
              <a:buFont typeface="Space Grotesk Medium"/>
              <a:buNone/>
              <a:defRPr sz="1500">
                <a:solidFill>
                  <a:schemeClr val="lt2"/>
                </a:solidFill>
              </a:defRPr>
            </a:lvl3pPr>
            <a:lvl4pPr lvl="3">
              <a:spcBef>
                <a:spcPts val="0"/>
              </a:spcBef>
              <a:spcAft>
                <a:spcPts val="0"/>
              </a:spcAft>
              <a:buClr>
                <a:schemeClr val="lt2"/>
              </a:buClr>
              <a:buSzPts val="1500"/>
              <a:buFont typeface="Space Grotesk Medium"/>
              <a:buNone/>
              <a:defRPr sz="1500">
                <a:solidFill>
                  <a:schemeClr val="lt2"/>
                </a:solidFill>
              </a:defRPr>
            </a:lvl4pPr>
            <a:lvl5pPr lvl="4">
              <a:spcBef>
                <a:spcPts val="0"/>
              </a:spcBef>
              <a:spcAft>
                <a:spcPts val="0"/>
              </a:spcAft>
              <a:buClr>
                <a:schemeClr val="lt2"/>
              </a:buClr>
              <a:buSzPts val="1500"/>
              <a:buFont typeface="Space Grotesk Medium"/>
              <a:buNone/>
              <a:defRPr sz="1500">
                <a:solidFill>
                  <a:schemeClr val="lt2"/>
                </a:solidFill>
              </a:defRPr>
            </a:lvl5pPr>
            <a:lvl6pPr lvl="5">
              <a:spcBef>
                <a:spcPts val="0"/>
              </a:spcBef>
              <a:spcAft>
                <a:spcPts val="0"/>
              </a:spcAft>
              <a:buClr>
                <a:schemeClr val="lt2"/>
              </a:buClr>
              <a:buSzPts val="1500"/>
              <a:buFont typeface="Space Grotesk Medium"/>
              <a:buNone/>
              <a:defRPr sz="1500">
                <a:solidFill>
                  <a:schemeClr val="lt2"/>
                </a:solidFill>
              </a:defRPr>
            </a:lvl6pPr>
            <a:lvl7pPr lvl="6">
              <a:spcBef>
                <a:spcPts val="0"/>
              </a:spcBef>
              <a:spcAft>
                <a:spcPts val="0"/>
              </a:spcAft>
              <a:buClr>
                <a:schemeClr val="lt2"/>
              </a:buClr>
              <a:buSzPts val="1500"/>
              <a:buFont typeface="Space Grotesk Medium"/>
              <a:buNone/>
              <a:defRPr sz="1500">
                <a:solidFill>
                  <a:schemeClr val="lt2"/>
                </a:solidFill>
              </a:defRPr>
            </a:lvl7pPr>
            <a:lvl8pPr lvl="7">
              <a:spcBef>
                <a:spcPts val="0"/>
              </a:spcBef>
              <a:spcAft>
                <a:spcPts val="0"/>
              </a:spcAft>
              <a:buClr>
                <a:schemeClr val="lt2"/>
              </a:buClr>
              <a:buSzPts val="1500"/>
              <a:buFont typeface="Space Grotesk Medium"/>
              <a:buNone/>
              <a:defRPr sz="1500">
                <a:solidFill>
                  <a:schemeClr val="lt2"/>
                </a:solidFill>
              </a:defRPr>
            </a:lvl8pPr>
            <a:lvl9pPr lvl="8">
              <a:spcBef>
                <a:spcPts val="0"/>
              </a:spcBef>
              <a:spcAft>
                <a:spcPts val="0"/>
              </a:spcAft>
              <a:buClr>
                <a:schemeClr val="lt2"/>
              </a:buClr>
              <a:buSzPts val="1500"/>
              <a:buFont typeface="Space Grotesk Medium"/>
              <a:buNone/>
              <a:defRPr sz="1500">
                <a:solidFill>
                  <a:schemeClr val="lt2"/>
                </a:solidFill>
              </a:defRPr>
            </a:lvl9pPr>
          </a:lstStyle>
          <a:p/>
        </p:txBody>
      </p:sp>
      <p:sp>
        <p:nvSpPr>
          <p:cNvPr id="12" name="Google Shape;12;p2"/>
          <p:cNvSpPr txBox="1"/>
          <p:nvPr>
            <p:ph idx="3" type="title"/>
          </p:nvPr>
        </p:nvSpPr>
        <p:spPr>
          <a:xfrm>
            <a:off x="716836" y="3459250"/>
            <a:ext cx="7673400" cy="6783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3500"/>
              <a:buFont typeface="Space Grotesk"/>
              <a:buNone/>
              <a:defRPr sz="3500">
                <a:highlight>
                  <a:schemeClr val="accent4"/>
                </a:highlight>
                <a:latin typeface="Space Grotesk"/>
                <a:ea typeface="Space Grotesk"/>
                <a:cs typeface="Space Grotesk"/>
                <a:sym typeface="Space Grotesk"/>
              </a:defRPr>
            </a:lvl1pPr>
            <a:lvl2pPr lvl="1">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2pPr>
            <a:lvl3pPr lvl="2">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3pPr>
            <a:lvl4pPr lvl="3">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4pPr>
            <a:lvl5pPr lvl="4">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5pPr>
            <a:lvl6pPr lvl="5">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6pPr>
            <a:lvl7pPr lvl="6">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7pPr>
            <a:lvl8pPr lvl="7">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8pPr>
            <a:lvl9pPr lvl="8">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9pPr>
          </a:lstStyle>
          <a:p/>
        </p:txBody>
      </p:sp>
      <p:sp>
        <p:nvSpPr>
          <p:cNvPr id="13" name="Google Shape;13;p2"/>
          <p:cNvSpPr txBox="1"/>
          <p:nvPr>
            <p:ph idx="4" type="title"/>
          </p:nvPr>
        </p:nvSpPr>
        <p:spPr>
          <a:xfrm>
            <a:off x="699978" y="734269"/>
            <a:ext cx="4299000" cy="18369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lt2"/>
              </a:buClr>
              <a:buSzPts val="2800"/>
              <a:buNone/>
              <a:defRPr sz="7700">
                <a:solidFill>
                  <a:schemeClr val="lt2"/>
                </a:solidFill>
                <a:latin typeface="Space Grotesk"/>
                <a:ea typeface="Space Grotesk"/>
                <a:cs typeface="Space Grotesk"/>
                <a:sym typeface="Space Grotesk"/>
              </a:defRPr>
            </a:lvl1pPr>
            <a:lvl2pPr lvl="1">
              <a:lnSpc>
                <a:spcPct val="115000"/>
              </a:lnSpc>
              <a:spcBef>
                <a:spcPts val="0"/>
              </a:spcBef>
              <a:spcAft>
                <a:spcPts val="0"/>
              </a:spcAft>
              <a:buClr>
                <a:schemeClr val="lt2"/>
              </a:buClr>
              <a:buSzPts val="2800"/>
              <a:buNone/>
              <a:defRPr sz="3900">
                <a:solidFill>
                  <a:schemeClr val="lt2"/>
                </a:solidFill>
                <a:highlight>
                  <a:schemeClr val="accent5"/>
                </a:highlight>
              </a:defRPr>
            </a:lvl2pPr>
            <a:lvl3pPr lvl="2">
              <a:lnSpc>
                <a:spcPct val="115000"/>
              </a:lnSpc>
              <a:spcBef>
                <a:spcPts val="0"/>
              </a:spcBef>
              <a:spcAft>
                <a:spcPts val="0"/>
              </a:spcAft>
              <a:buClr>
                <a:schemeClr val="lt2"/>
              </a:buClr>
              <a:buSzPts val="2800"/>
              <a:buNone/>
              <a:defRPr sz="3900">
                <a:solidFill>
                  <a:schemeClr val="lt2"/>
                </a:solidFill>
                <a:highlight>
                  <a:schemeClr val="accent5"/>
                </a:highlight>
              </a:defRPr>
            </a:lvl3pPr>
            <a:lvl4pPr lvl="3">
              <a:lnSpc>
                <a:spcPct val="115000"/>
              </a:lnSpc>
              <a:spcBef>
                <a:spcPts val="0"/>
              </a:spcBef>
              <a:spcAft>
                <a:spcPts val="0"/>
              </a:spcAft>
              <a:buClr>
                <a:schemeClr val="lt2"/>
              </a:buClr>
              <a:buSzPts val="2800"/>
              <a:buNone/>
              <a:defRPr sz="3900">
                <a:solidFill>
                  <a:schemeClr val="lt2"/>
                </a:solidFill>
                <a:highlight>
                  <a:schemeClr val="accent5"/>
                </a:highlight>
              </a:defRPr>
            </a:lvl4pPr>
            <a:lvl5pPr lvl="4">
              <a:lnSpc>
                <a:spcPct val="115000"/>
              </a:lnSpc>
              <a:spcBef>
                <a:spcPts val="0"/>
              </a:spcBef>
              <a:spcAft>
                <a:spcPts val="0"/>
              </a:spcAft>
              <a:buClr>
                <a:schemeClr val="lt2"/>
              </a:buClr>
              <a:buSzPts val="2800"/>
              <a:buNone/>
              <a:defRPr sz="3900">
                <a:solidFill>
                  <a:schemeClr val="lt2"/>
                </a:solidFill>
                <a:highlight>
                  <a:schemeClr val="accent5"/>
                </a:highlight>
              </a:defRPr>
            </a:lvl5pPr>
            <a:lvl6pPr lvl="5">
              <a:lnSpc>
                <a:spcPct val="115000"/>
              </a:lnSpc>
              <a:spcBef>
                <a:spcPts val="0"/>
              </a:spcBef>
              <a:spcAft>
                <a:spcPts val="0"/>
              </a:spcAft>
              <a:buClr>
                <a:schemeClr val="lt2"/>
              </a:buClr>
              <a:buSzPts val="2800"/>
              <a:buNone/>
              <a:defRPr sz="3900">
                <a:solidFill>
                  <a:schemeClr val="lt2"/>
                </a:solidFill>
                <a:highlight>
                  <a:schemeClr val="accent5"/>
                </a:highlight>
              </a:defRPr>
            </a:lvl6pPr>
            <a:lvl7pPr lvl="6">
              <a:lnSpc>
                <a:spcPct val="115000"/>
              </a:lnSpc>
              <a:spcBef>
                <a:spcPts val="0"/>
              </a:spcBef>
              <a:spcAft>
                <a:spcPts val="0"/>
              </a:spcAft>
              <a:buClr>
                <a:schemeClr val="lt2"/>
              </a:buClr>
              <a:buSzPts val="2800"/>
              <a:buNone/>
              <a:defRPr sz="3900">
                <a:solidFill>
                  <a:schemeClr val="lt2"/>
                </a:solidFill>
                <a:highlight>
                  <a:schemeClr val="accent5"/>
                </a:highlight>
              </a:defRPr>
            </a:lvl7pPr>
            <a:lvl8pPr lvl="7">
              <a:lnSpc>
                <a:spcPct val="115000"/>
              </a:lnSpc>
              <a:spcBef>
                <a:spcPts val="0"/>
              </a:spcBef>
              <a:spcAft>
                <a:spcPts val="0"/>
              </a:spcAft>
              <a:buClr>
                <a:schemeClr val="lt2"/>
              </a:buClr>
              <a:buSzPts val="2800"/>
              <a:buNone/>
              <a:defRPr sz="3900">
                <a:solidFill>
                  <a:schemeClr val="lt2"/>
                </a:solidFill>
                <a:highlight>
                  <a:schemeClr val="accent5"/>
                </a:highlight>
              </a:defRPr>
            </a:lvl8pPr>
            <a:lvl9pPr lvl="8">
              <a:lnSpc>
                <a:spcPct val="115000"/>
              </a:lnSpc>
              <a:spcBef>
                <a:spcPts val="0"/>
              </a:spcBef>
              <a:spcAft>
                <a:spcPts val="0"/>
              </a:spcAft>
              <a:buClr>
                <a:schemeClr val="lt2"/>
              </a:buClr>
              <a:buSzPts val="2800"/>
              <a:buNone/>
              <a:defRPr sz="3900">
                <a:solidFill>
                  <a:schemeClr val="lt2"/>
                </a:solidFill>
                <a:highlight>
                  <a:schemeClr val="accent5"/>
                </a:highlight>
              </a:defRPr>
            </a:lvl9pPr>
          </a:lstStyle>
          <a:p/>
        </p:txBody>
      </p:sp>
      <p:grpSp>
        <p:nvGrpSpPr>
          <p:cNvPr id="14" name="Google Shape;14;p2"/>
          <p:cNvGrpSpPr/>
          <p:nvPr/>
        </p:nvGrpSpPr>
        <p:grpSpPr>
          <a:xfrm>
            <a:off x="6871890" y="501597"/>
            <a:ext cx="139297" cy="110523"/>
            <a:chOff x="2601950" y="1974675"/>
            <a:chExt cx="2474200" cy="1963100"/>
          </a:xfrm>
        </p:grpSpPr>
        <p:sp>
          <p:nvSpPr>
            <p:cNvPr id="15" name="Google Shape;15;p2"/>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 name="Google Shape;16;p2"/>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 name="Google Shape;17;p2"/>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 name="Google Shape;18;p2"/>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 name="Google Shape;19;p2"/>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 name="Google Shape;20;p2"/>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 name="Google Shape;21;p2"/>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22" name="Google Shape;22;p2"/>
          <p:cNvGrpSpPr/>
          <p:nvPr/>
        </p:nvGrpSpPr>
        <p:grpSpPr>
          <a:xfrm>
            <a:off x="7517552" y="1728897"/>
            <a:ext cx="139297" cy="110523"/>
            <a:chOff x="2601950" y="1974675"/>
            <a:chExt cx="2474200" cy="1963100"/>
          </a:xfrm>
        </p:grpSpPr>
        <p:sp>
          <p:nvSpPr>
            <p:cNvPr id="23" name="Google Shape;23;p2"/>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4" name="Google Shape;24;p2"/>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5" name="Google Shape;25;p2"/>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6" name="Google Shape;26;p2"/>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7" name="Google Shape;27;p2"/>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8" name="Google Shape;28;p2"/>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9" name="Google Shape;29;p2"/>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30" name="Google Shape;30;p2"/>
          <p:cNvGrpSpPr/>
          <p:nvPr/>
        </p:nvGrpSpPr>
        <p:grpSpPr>
          <a:xfrm>
            <a:off x="4265152" y="4275922"/>
            <a:ext cx="139297" cy="110523"/>
            <a:chOff x="2601950" y="1974675"/>
            <a:chExt cx="2474200" cy="1963100"/>
          </a:xfrm>
        </p:grpSpPr>
        <p:sp>
          <p:nvSpPr>
            <p:cNvPr id="31" name="Google Shape;31;p2"/>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2" name="Google Shape;32;p2"/>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3" name="Google Shape;33;p2"/>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 name="Google Shape;34;p2"/>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5" name="Google Shape;35;p2"/>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6" name="Google Shape;36;p2"/>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7" name="Google Shape;37;p2"/>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p15:guide id="1" orient="horz" pos="159">
          <p15:clr>
            <a:srgbClr val="E46962"/>
          </p15:clr>
        </p15:guide>
        <p15:guide id="2" pos="159">
          <p15:clr>
            <a:srgbClr val="E46962"/>
          </p15:clr>
        </p15:guide>
        <p15:guide id="3" orient="horz" pos="2772">
          <p15:clr>
            <a:srgbClr val="E46962"/>
          </p15:clr>
        </p15:guide>
        <p15:guide id="4" pos="5292">
          <p15:clr>
            <a:srgbClr val="E46962"/>
          </p15:clr>
        </p15:guide>
        <p15:guide id="5" pos="468">
          <p15:clr>
            <a:srgbClr val="E46962"/>
          </p15:clr>
        </p15:guide>
        <p15:guide id="6" pos="5601">
          <p15:clr>
            <a:srgbClr val="E46962"/>
          </p15:clr>
        </p15:guide>
        <p15:guide id="7" orient="horz" pos="468">
          <p15:clr>
            <a:srgbClr val="E46962"/>
          </p15:clr>
        </p15:guide>
        <p15:guide id="8" orient="horz" pos="3081">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dk1"/>
        </a:solidFill>
      </p:bgPr>
    </p:bg>
    <p:spTree>
      <p:nvGrpSpPr>
        <p:cNvPr id="38" name="Shape 38"/>
        <p:cNvGrpSpPr/>
        <p:nvPr/>
      </p:nvGrpSpPr>
      <p:grpSpPr>
        <a:xfrm>
          <a:off x="0" y="0"/>
          <a:ext cx="0" cy="0"/>
          <a:chOff x="0" y="0"/>
          <a:chExt cx="0" cy="0"/>
        </a:xfrm>
      </p:grpSpPr>
      <p:grpSp>
        <p:nvGrpSpPr>
          <p:cNvPr id="39" name="Google Shape;39;p3"/>
          <p:cNvGrpSpPr/>
          <p:nvPr/>
        </p:nvGrpSpPr>
        <p:grpSpPr>
          <a:xfrm>
            <a:off x="0" y="0"/>
            <a:ext cx="9144000" cy="2859050"/>
            <a:chOff x="0" y="0"/>
            <a:chExt cx="9144000" cy="2859050"/>
          </a:xfrm>
        </p:grpSpPr>
        <p:grpSp>
          <p:nvGrpSpPr>
            <p:cNvPr id="40" name="Google Shape;40;p3"/>
            <p:cNvGrpSpPr/>
            <p:nvPr/>
          </p:nvGrpSpPr>
          <p:grpSpPr>
            <a:xfrm>
              <a:off x="2700100" y="175"/>
              <a:ext cx="6443900" cy="2858875"/>
              <a:chOff x="2700100" y="175"/>
              <a:chExt cx="6443900" cy="2858875"/>
            </a:xfrm>
          </p:grpSpPr>
          <p:sp>
            <p:nvSpPr>
              <p:cNvPr id="41" name="Google Shape;41;p3"/>
              <p:cNvSpPr/>
              <p:nvPr/>
            </p:nvSpPr>
            <p:spPr>
              <a:xfrm>
                <a:off x="2700100" y="1225675"/>
                <a:ext cx="783600" cy="90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2" name="Google Shape;42;p3"/>
              <p:cNvSpPr/>
              <p:nvPr/>
            </p:nvSpPr>
            <p:spPr>
              <a:xfrm>
                <a:off x="3463000" y="1250450"/>
                <a:ext cx="1434000" cy="1608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3" name="Google Shape;43;p3"/>
              <p:cNvSpPr/>
              <p:nvPr/>
            </p:nvSpPr>
            <p:spPr>
              <a:xfrm>
                <a:off x="4636475" y="175"/>
                <a:ext cx="1659300" cy="139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4" name="Google Shape;44;p3"/>
              <p:cNvSpPr/>
              <p:nvPr/>
            </p:nvSpPr>
            <p:spPr>
              <a:xfrm>
                <a:off x="6295800" y="1399075"/>
                <a:ext cx="783600" cy="73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5" name="Google Shape;45;p3"/>
              <p:cNvSpPr/>
              <p:nvPr/>
            </p:nvSpPr>
            <p:spPr>
              <a:xfrm>
                <a:off x="7745100" y="175"/>
                <a:ext cx="1398900" cy="139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6" name="Google Shape;46;p3"/>
              <p:cNvSpPr/>
              <p:nvPr/>
            </p:nvSpPr>
            <p:spPr>
              <a:xfrm>
                <a:off x="6961500" y="175"/>
                <a:ext cx="866100" cy="73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47" name="Google Shape;47;p3"/>
            <p:cNvGrpSpPr/>
            <p:nvPr/>
          </p:nvGrpSpPr>
          <p:grpSpPr>
            <a:xfrm>
              <a:off x="0" y="0"/>
              <a:ext cx="4896900" cy="2797700"/>
              <a:chOff x="0" y="0"/>
              <a:chExt cx="4896900" cy="2797700"/>
            </a:xfrm>
          </p:grpSpPr>
          <p:sp>
            <p:nvSpPr>
              <p:cNvPr id="48" name="Google Shape;48;p3"/>
              <p:cNvSpPr/>
              <p:nvPr/>
            </p:nvSpPr>
            <p:spPr>
              <a:xfrm>
                <a:off x="0" y="1398800"/>
                <a:ext cx="1398900" cy="139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9" name="Google Shape;49;p3"/>
              <p:cNvSpPr/>
              <p:nvPr/>
            </p:nvSpPr>
            <p:spPr>
              <a:xfrm>
                <a:off x="1398900" y="0"/>
                <a:ext cx="3498000" cy="139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sp>
        <p:nvSpPr>
          <p:cNvPr id="50" name="Google Shape;50;p3"/>
          <p:cNvSpPr txBox="1"/>
          <p:nvPr>
            <p:ph idx="1" type="subTitle"/>
          </p:nvPr>
        </p:nvSpPr>
        <p:spPr>
          <a:xfrm>
            <a:off x="1821150" y="252600"/>
            <a:ext cx="2653500" cy="903600"/>
          </a:xfrm>
          <a:prstGeom prst="rect">
            <a:avLst/>
          </a:prstGeom>
        </p:spPr>
        <p:txBody>
          <a:bodyPr anchorCtr="0" anchor="ctr" bIns="0" lIns="0" spcFirstLastPara="1" rIns="0" wrap="square" tIns="0">
            <a:noAutofit/>
          </a:bodyPr>
          <a:lstStyle>
            <a:lvl1pPr lvl="0">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2pPr>
            <a:lvl3pPr lvl="2">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3pPr>
            <a:lvl4pPr lvl="3">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4pPr>
            <a:lvl5pPr lvl="4">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5pPr>
            <a:lvl6pPr lvl="5">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6pPr>
            <a:lvl7pPr lvl="6">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7pPr>
            <a:lvl8pPr lvl="7">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8pPr>
            <a:lvl9pPr lvl="8">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9pPr>
          </a:lstStyle>
          <a:p/>
        </p:txBody>
      </p:sp>
      <p:sp>
        <p:nvSpPr>
          <p:cNvPr id="51" name="Google Shape;51;p3"/>
          <p:cNvSpPr txBox="1"/>
          <p:nvPr>
            <p:ph type="title"/>
          </p:nvPr>
        </p:nvSpPr>
        <p:spPr>
          <a:xfrm>
            <a:off x="252600" y="4124825"/>
            <a:ext cx="8638800" cy="903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7700"/>
              <a:buFont typeface="Space Grotesk"/>
              <a:buNone/>
              <a:defRPr sz="7700">
                <a:solidFill>
                  <a:schemeClr val="lt2"/>
                </a:solidFill>
                <a:latin typeface="Space Grotesk"/>
                <a:ea typeface="Space Grotesk"/>
                <a:cs typeface="Space Grotesk"/>
                <a:sym typeface="Space Grotesk"/>
              </a:defRPr>
            </a:lvl1pPr>
            <a:lvl2pPr lvl="1" algn="ctr">
              <a:spcBef>
                <a:spcPts val="0"/>
              </a:spcBef>
              <a:spcAft>
                <a:spcPts val="0"/>
              </a:spcAft>
              <a:buClr>
                <a:schemeClr val="lt2"/>
              </a:buClr>
              <a:buSzPts val="7700"/>
              <a:buNone/>
              <a:defRPr sz="7700">
                <a:solidFill>
                  <a:schemeClr val="lt2"/>
                </a:solidFill>
              </a:defRPr>
            </a:lvl2pPr>
            <a:lvl3pPr lvl="2" algn="ctr">
              <a:spcBef>
                <a:spcPts val="0"/>
              </a:spcBef>
              <a:spcAft>
                <a:spcPts val="0"/>
              </a:spcAft>
              <a:buClr>
                <a:schemeClr val="lt2"/>
              </a:buClr>
              <a:buSzPts val="7700"/>
              <a:buNone/>
              <a:defRPr sz="7700">
                <a:solidFill>
                  <a:schemeClr val="lt2"/>
                </a:solidFill>
              </a:defRPr>
            </a:lvl3pPr>
            <a:lvl4pPr lvl="3" algn="ctr">
              <a:spcBef>
                <a:spcPts val="0"/>
              </a:spcBef>
              <a:spcAft>
                <a:spcPts val="0"/>
              </a:spcAft>
              <a:buClr>
                <a:schemeClr val="lt2"/>
              </a:buClr>
              <a:buSzPts val="7700"/>
              <a:buNone/>
              <a:defRPr sz="7700">
                <a:solidFill>
                  <a:schemeClr val="lt2"/>
                </a:solidFill>
              </a:defRPr>
            </a:lvl4pPr>
            <a:lvl5pPr lvl="4" algn="ctr">
              <a:spcBef>
                <a:spcPts val="0"/>
              </a:spcBef>
              <a:spcAft>
                <a:spcPts val="0"/>
              </a:spcAft>
              <a:buClr>
                <a:schemeClr val="lt2"/>
              </a:buClr>
              <a:buSzPts val="7700"/>
              <a:buNone/>
              <a:defRPr sz="7700">
                <a:solidFill>
                  <a:schemeClr val="lt2"/>
                </a:solidFill>
              </a:defRPr>
            </a:lvl5pPr>
            <a:lvl6pPr lvl="5" algn="ctr">
              <a:spcBef>
                <a:spcPts val="0"/>
              </a:spcBef>
              <a:spcAft>
                <a:spcPts val="0"/>
              </a:spcAft>
              <a:buClr>
                <a:schemeClr val="lt2"/>
              </a:buClr>
              <a:buSzPts val="7700"/>
              <a:buNone/>
              <a:defRPr sz="7700">
                <a:solidFill>
                  <a:schemeClr val="lt2"/>
                </a:solidFill>
              </a:defRPr>
            </a:lvl6pPr>
            <a:lvl7pPr lvl="6" algn="ctr">
              <a:spcBef>
                <a:spcPts val="0"/>
              </a:spcBef>
              <a:spcAft>
                <a:spcPts val="0"/>
              </a:spcAft>
              <a:buClr>
                <a:schemeClr val="lt2"/>
              </a:buClr>
              <a:buSzPts val="7700"/>
              <a:buNone/>
              <a:defRPr sz="7700">
                <a:solidFill>
                  <a:schemeClr val="lt2"/>
                </a:solidFill>
              </a:defRPr>
            </a:lvl7pPr>
            <a:lvl8pPr lvl="7" algn="ctr">
              <a:spcBef>
                <a:spcPts val="0"/>
              </a:spcBef>
              <a:spcAft>
                <a:spcPts val="0"/>
              </a:spcAft>
              <a:buClr>
                <a:schemeClr val="lt2"/>
              </a:buClr>
              <a:buSzPts val="7700"/>
              <a:buNone/>
              <a:defRPr sz="7700">
                <a:solidFill>
                  <a:schemeClr val="lt2"/>
                </a:solidFill>
              </a:defRPr>
            </a:lvl8pPr>
            <a:lvl9pPr lvl="8" algn="ctr">
              <a:spcBef>
                <a:spcPts val="0"/>
              </a:spcBef>
              <a:spcAft>
                <a:spcPts val="0"/>
              </a:spcAft>
              <a:buClr>
                <a:schemeClr val="lt2"/>
              </a:buClr>
              <a:buSzPts val="7700"/>
              <a:buNone/>
              <a:defRPr sz="7700">
                <a:solidFill>
                  <a:schemeClr val="lt2"/>
                </a:solidFill>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pos="5292">
          <p15:clr>
            <a:srgbClr val="E46962"/>
          </p15:clr>
        </p15:guide>
        <p15:guide id="6" orient="horz" pos="2772">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
  <p:cSld name="BLANK_1_1_1_1_1_1_1_1_1_1_1_1_1_1_1_1_1">
    <p:spTree>
      <p:nvGrpSpPr>
        <p:cNvPr id="52" name="Shape 52"/>
        <p:cNvGrpSpPr/>
        <p:nvPr/>
      </p:nvGrpSpPr>
      <p:grpSpPr>
        <a:xfrm>
          <a:off x="0" y="0"/>
          <a:ext cx="0" cy="0"/>
          <a:chOff x="0" y="0"/>
          <a:chExt cx="0" cy="0"/>
        </a:xfrm>
      </p:grpSpPr>
      <p:sp>
        <p:nvSpPr>
          <p:cNvPr id="53" name="Google Shape;53;p4"/>
          <p:cNvSpPr/>
          <p:nvPr/>
        </p:nvSpPr>
        <p:spPr>
          <a:xfrm>
            <a:off x="4728000" y="2032675"/>
            <a:ext cx="1408200" cy="1473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nvGrpSpPr>
          <p:cNvPr id="54" name="Google Shape;54;p4"/>
          <p:cNvGrpSpPr/>
          <p:nvPr/>
        </p:nvGrpSpPr>
        <p:grpSpPr>
          <a:xfrm>
            <a:off x="4153925" y="0"/>
            <a:ext cx="4990175" cy="5143425"/>
            <a:chOff x="4153925" y="0"/>
            <a:chExt cx="4990175" cy="5143425"/>
          </a:xfrm>
        </p:grpSpPr>
        <p:sp>
          <p:nvSpPr>
            <p:cNvPr id="55" name="Google Shape;55;p4"/>
            <p:cNvSpPr/>
            <p:nvPr/>
          </p:nvSpPr>
          <p:spPr>
            <a:xfrm>
              <a:off x="6462300" y="1441775"/>
              <a:ext cx="2681700" cy="11472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56" name="Google Shape;56;p4"/>
            <p:cNvSpPr/>
            <p:nvPr/>
          </p:nvSpPr>
          <p:spPr>
            <a:xfrm>
              <a:off x="6289300" y="2420925"/>
              <a:ext cx="2854800" cy="27225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7" name="Google Shape;57;p4"/>
            <p:cNvSpPr/>
            <p:nvPr/>
          </p:nvSpPr>
          <p:spPr>
            <a:xfrm>
              <a:off x="4153925" y="0"/>
              <a:ext cx="15702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8" name="Google Shape;58;p4"/>
            <p:cNvSpPr/>
            <p:nvPr/>
          </p:nvSpPr>
          <p:spPr>
            <a:xfrm>
              <a:off x="4722625" y="0"/>
              <a:ext cx="4421400" cy="210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59" name="Google Shape;59;p4"/>
          <p:cNvSpPr txBox="1"/>
          <p:nvPr>
            <p:ph type="title"/>
          </p:nvPr>
        </p:nvSpPr>
        <p:spPr>
          <a:xfrm>
            <a:off x="252600" y="270725"/>
            <a:ext cx="4216200" cy="8652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3500"/>
              <a:buFont typeface="Space Grotesk"/>
              <a:buNone/>
              <a:defRPr sz="3500">
                <a:highlight>
                  <a:schemeClr val="accent4"/>
                </a:highlight>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highlight>
                  <a:schemeClr val="accent4"/>
                </a:highlight>
              </a:defRPr>
            </a:lvl2pPr>
            <a:lvl3pPr lvl="2">
              <a:lnSpc>
                <a:spcPct val="80000"/>
              </a:lnSpc>
              <a:spcBef>
                <a:spcPts val="0"/>
              </a:spcBef>
              <a:spcAft>
                <a:spcPts val="0"/>
              </a:spcAft>
              <a:buSzPts val="3900"/>
              <a:buFont typeface="Space Grotesk Medium"/>
              <a:buNone/>
              <a:defRPr sz="3900">
                <a:highlight>
                  <a:schemeClr val="accent4"/>
                </a:highlight>
              </a:defRPr>
            </a:lvl3pPr>
            <a:lvl4pPr lvl="3">
              <a:lnSpc>
                <a:spcPct val="80000"/>
              </a:lnSpc>
              <a:spcBef>
                <a:spcPts val="0"/>
              </a:spcBef>
              <a:spcAft>
                <a:spcPts val="0"/>
              </a:spcAft>
              <a:buSzPts val="3900"/>
              <a:buFont typeface="Space Grotesk Medium"/>
              <a:buNone/>
              <a:defRPr sz="3900">
                <a:highlight>
                  <a:schemeClr val="accent4"/>
                </a:highlight>
              </a:defRPr>
            </a:lvl4pPr>
            <a:lvl5pPr lvl="4">
              <a:lnSpc>
                <a:spcPct val="80000"/>
              </a:lnSpc>
              <a:spcBef>
                <a:spcPts val="0"/>
              </a:spcBef>
              <a:spcAft>
                <a:spcPts val="0"/>
              </a:spcAft>
              <a:buSzPts val="3900"/>
              <a:buFont typeface="Space Grotesk Medium"/>
              <a:buNone/>
              <a:defRPr sz="3900">
                <a:highlight>
                  <a:schemeClr val="accent4"/>
                </a:highlight>
              </a:defRPr>
            </a:lvl5pPr>
            <a:lvl6pPr lvl="5">
              <a:lnSpc>
                <a:spcPct val="80000"/>
              </a:lnSpc>
              <a:spcBef>
                <a:spcPts val="0"/>
              </a:spcBef>
              <a:spcAft>
                <a:spcPts val="0"/>
              </a:spcAft>
              <a:buSzPts val="3900"/>
              <a:buFont typeface="Space Grotesk Medium"/>
              <a:buNone/>
              <a:defRPr sz="3900">
                <a:highlight>
                  <a:schemeClr val="accent4"/>
                </a:highlight>
              </a:defRPr>
            </a:lvl6pPr>
            <a:lvl7pPr lvl="6">
              <a:lnSpc>
                <a:spcPct val="80000"/>
              </a:lnSpc>
              <a:spcBef>
                <a:spcPts val="0"/>
              </a:spcBef>
              <a:spcAft>
                <a:spcPts val="0"/>
              </a:spcAft>
              <a:buSzPts val="3900"/>
              <a:buFont typeface="Space Grotesk Medium"/>
              <a:buNone/>
              <a:defRPr sz="3900">
                <a:highlight>
                  <a:schemeClr val="accent4"/>
                </a:highlight>
              </a:defRPr>
            </a:lvl7pPr>
            <a:lvl8pPr lvl="7">
              <a:lnSpc>
                <a:spcPct val="80000"/>
              </a:lnSpc>
              <a:spcBef>
                <a:spcPts val="0"/>
              </a:spcBef>
              <a:spcAft>
                <a:spcPts val="0"/>
              </a:spcAft>
              <a:buSzPts val="3900"/>
              <a:buFont typeface="Space Grotesk Medium"/>
              <a:buNone/>
              <a:defRPr sz="3900">
                <a:highlight>
                  <a:schemeClr val="accent4"/>
                </a:highlight>
              </a:defRPr>
            </a:lvl8pPr>
            <a:lvl9pPr lvl="8">
              <a:lnSpc>
                <a:spcPct val="80000"/>
              </a:lnSpc>
              <a:spcBef>
                <a:spcPts val="0"/>
              </a:spcBef>
              <a:spcAft>
                <a:spcPts val="0"/>
              </a:spcAft>
              <a:buSzPts val="3900"/>
              <a:buFont typeface="Space Grotesk Medium"/>
              <a:buNone/>
              <a:defRPr sz="3900">
                <a:highlight>
                  <a:schemeClr val="accent4"/>
                </a:highlight>
              </a:defRPr>
            </a:lvl9pPr>
          </a:lstStyle>
          <a:p/>
        </p:txBody>
      </p:sp>
      <p:sp>
        <p:nvSpPr>
          <p:cNvPr id="60" name="Google Shape;60;p4"/>
          <p:cNvSpPr txBox="1"/>
          <p:nvPr>
            <p:ph idx="1" type="body"/>
          </p:nvPr>
        </p:nvSpPr>
        <p:spPr>
          <a:xfrm>
            <a:off x="252600" y="1973625"/>
            <a:ext cx="3128700" cy="29172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61" name="Google Shape;61;p4"/>
          <p:cNvSpPr/>
          <p:nvPr>
            <p:ph idx="2" type="pic"/>
          </p:nvPr>
        </p:nvSpPr>
        <p:spPr>
          <a:xfrm>
            <a:off x="4468800" y="908675"/>
            <a:ext cx="3936300" cy="3116100"/>
          </a:xfrm>
          <a:prstGeom prst="rect">
            <a:avLst/>
          </a:prstGeom>
          <a:noFill/>
          <a:ln>
            <a:noFill/>
          </a:ln>
        </p:spPr>
      </p:sp>
      <p:sp>
        <p:nvSpPr>
          <p:cNvPr id="62" name="Google Shape;62;p4"/>
          <p:cNvSpPr/>
          <p:nvPr>
            <p:ph idx="3" type="pic"/>
          </p:nvPr>
        </p:nvSpPr>
        <p:spPr>
          <a:xfrm>
            <a:off x="4153925" y="1728449"/>
            <a:ext cx="3586800" cy="2672100"/>
          </a:xfrm>
          <a:prstGeom prst="rect">
            <a:avLst/>
          </a:prstGeom>
          <a:noFill/>
          <a:ln>
            <a:noFill/>
          </a:ln>
        </p:spPr>
      </p:sp>
    </p:spTree>
  </p:cSld>
  <p:clrMapOvr>
    <a:masterClrMapping/>
  </p:clrMapOvr>
  <p:extLst>
    <p:ext uri="{DCECCB84-F9BA-43D5-87BE-67443E8EF086}">
      <p15:sldGuideLst>
        <p15:guide id="1" orient="horz" pos="468">
          <p15:clr>
            <a:srgbClr val="E46962"/>
          </p15:clr>
        </p15:guide>
        <p15:guide id="2" pos="468">
          <p15:clr>
            <a:srgbClr val="E46962"/>
          </p15:clr>
        </p15:guide>
        <p15:guide id="3" pos="5601">
          <p15:clr>
            <a:srgbClr val="E46962"/>
          </p15:clr>
        </p15:guide>
        <p15:guide id="4" orient="horz" pos="3081">
          <p15:clr>
            <a:srgbClr val="E46962"/>
          </p15:clr>
        </p15:guide>
        <p15:guide id="5" pos="5292">
          <p15:clr>
            <a:srgbClr val="E46962"/>
          </p15:clr>
        </p15:guide>
        <p15:guide id="6" pos="159">
          <p15:clr>
            <a:srgbClr val="E46962"/>
          </p15:clr>
        </p15:guide>
        <p15:guide id="7" orient="horz" pos="2772">
          <p15:clr>
            <a:srgbClr val="E46962"/>
          </p15:clr>
        </p15:guide>
        <p15:guide id="8" pos="2617">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_2">
    <p:bg>
      <p:bgPr>
        <a:solidFill>
          <a:schemeClr val="accent2"/>
        </a:solidFill>
      </p:bgPr>
    </p:bg>
    <p:spTree>
      <p:nvGrpSpPr>
        <p:cNvPr id="63" name="Shape 63"/>
        <p:cNvGrpSpPr/>
        <p:nvPr/>
      </p:nvGrpSpPr>
      <p:grpSpPr>
        <a:xfrm>
          <a:off x="0" y="0"/>
          <a:ext cx="0" cy="0"/>
          <a:chOff x="0" y="0"/>
          <a:chExt cx="0" cy="0"/>
        </a:xfrm>
      </p:grpSpPr>
      <p:sp>
        <p:nvSpPr>
          <p:cNvPr id="64" name="Google Shape;64;p5"/>
          <p:cNvSpPr/>
          <p:nvPr/>
        </p:nvSpPr>
        <p:spPr>
          <a:xfrm>
            <a:off x="6462300" y="2136900"/>
            <a:ext cx="2681700" cy="11472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65" name="Google Shape;65;p5"/>
          <p:cNvSpPr/>
          <p:nvPr/>
        </p:nvSpPr>
        <p:spPr>
          <a:xfrm>
            <a:off x="6094200" y="0"/>
            <a:ext cx="3049800" cy="676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Light"/>
              <a:ea typeface="Space Grotesk Light"/>
              <a:cs typeface="Space Grotesk Light"/>
              <a:sym typeface="Space Grotesk Light"/>
            </a:endParaRPr>
          </a:p>
        </p:txBody>
      </p:sp>
      <p:sp>
        <p:nvSpPr>
          <p:cNvPr id="66" name="Google Shape;66;p5"/>
          <p:cNvSpPr/>
          <p:nvPr/>
        </p:nvSpPr>
        <p:spPr>
          <a:xfrm>
            <a:off x="5759200" y="313425"/>
            <a:ext cx="3049800" cy="36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Light"/>
              <a:ea typeface="Space Grotesk Light"/>
              <a:cs typeface="Space Grotesk Light"/>
              <a:sym typeface="Space Grotesk Light"/>
            </a:endParaRPr>
          </a:p>
        </p:txBody>
      </p:sp>
      <p:sp>
        <p:nvSpPr>
          <p:cNvPr id="67" name="Google Shape;67;p5"/>
          <p:cNvSpPr/>
          <p:nvPr/>
        </p:nvSpPr>
        <p:spPr>
          <a:xfrm rot="-5400000">
            <a:off x="5529300" y="2510100"/>
            <a:ext cx="468000" cy="400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68" name="Google Shape;68;p5"/>
          <p:cNvSpPr/>
          <p:nvPr/>
        </p:nvSpPr>
        <p:spPr>
          <a:xfrm>
            <a:off x="4728000" y="2032675"/>
            <a:ext cx="1408200" cy="1473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nvGrpSpPr>
          <p:cNvPr id="69" name="Google Shape;69;p5"/>
          <p:cNvGrpSpPr/>
          <p:nvPr/>
        </p:nvGrpSpPr>
        <p:grpSpPr>
          <a:xfrm>
            <a:off x="3632100" y="0"/>
            <a:ext cx="5511900" cy="5143525"/>
            <a:chOff x="3632100" y="0"/>
            <a:chExt cx="5511900" cy="5143525"/>
          </a:xfrm>
        </p:grpSpPr>
        <p:sp>
          <p:nvSpPr>
            <p:cNvPr id="70" name="Google Shape;70;p5"/>
            <p:cNvSpPr/>
            <p:nvPr/>
          </p:nvSpPr>
          <p:spPr>
            <a:xfrm>
              <a:off x="6462300" y="1441775"/>
              <a:ext cx="2681700" cy="11472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71" name="Google Shape;71;p5"/>
            <p:cNvSpPr/>
            <p:nvPr/>
          </p:nvSpPr>
          <p:spPr>
            <a:xfrm>
              <a:off x="6462300" y="3103775"/>
              <a:ext cx="2681700" cy="20397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72" name="Google Shape;72;p5"/>
            <p:cNvSpPr/>
            <p:nvPr/>
          </p:nvSpPr>
          <p:spPr>
            <a:xfrm>
              <a:off x="4153925" y="1416600"/>
              <a:ext cx="1570200" cy="67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73" name="Google Shape;73;p5"/>
            <p:cNvSpPr/>
            <p:nvPr/>
          </p:nvSpPr>
          <p:spPr>
            <a:xfrm>
              <a:off x="4196325" y="4236925"/>
              <a:ext cx="2376000" cy="90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74" name="Google Shape;74;p5"/>
            <p:cNvSpPr/>
            <p:nvPr/>
          </p:nvSpPr>
          <p:spPr>
            <a:xfrm>
              <a:off x="3632100" y="0"/>
              <a:ext cx="5511900" cy="1473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75" name="Google Shape;75;p5"/>
          <p:cNvSpPr txBox="1"/>
          <p:nvPr>
            <p:ph idx="1" type="subTitle"/>
          </p:nvPr>
        </p:nvSpPr>
        <p:spPr>
          <a:xfrm>
            <a:off x="160431" y="168104"/>
            <a:ext cx="26535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000"/>
              <a:buFont typeface="Space Grotesk"/>
              <a:buNone/>
              <a:defRPr sz="1000">
                <a:highlight>
                  <a:schemeClr val="lt2"/>
                </a:highlight>
              </a:defRPr>
            </a:lvl1pPr>
            <a:lvl2pPr lvl="1">
              <a:lnSpc>
                <a:spcPct val="100000"/>
              </a:lnSpc>
              <a:spcBef>
                <a:spcPts val="0"/>
              </a:spcBef>
              <a:spcAft>
                <a:spcPts val="0"/>
              </a:spcAft>
              <a:buSzPts val="1500"/>
              <a:buFont typeface="Space Grotesk"/>
              <a:buNone/>
              <a:defRPr sz="1500">
                <a:highlight>
                  <a:schemeClr val="lt2"/>
                </a:highlight>
              </a:defRPr>
            </a:lvl2pPr>
            <a:lvl3pPr lvl="2">
              <a:lnSpc>
                <a:spcPct val="100000"/>
              </a:lnSpc>
              <a:spcBef>
                <a:spcPts val="0"/>
              </a:spcBef>
              <a:spcAft>
                <a:spcPts val="0"/>
              </a:spcAft>
              <a:buSzPts val="1500"/>
              <a:buFont typeface="Space Grotesk"/>
              <a:buNone/>
              <a:defRPr sz="1500">
                <a:highlight>
                  <a:schemeClr val="lt2"/>
                </a:highlight>
              </a:defRPr>
            </a:lvl3pPr>
            <a:lvl4pPr lvl="3">
              <a:lnSpc>
                <a:spcPct val="100000"/>
              </a:lnSpc>
              <a:spcBef>
                <a:spcPts val="0"/>
              </a:spcBef>
              <a:spcAft>
                <a:spcPts val="0"/>
              </a:spcAft>
              <a:buSzPts val="1500"/>
              <a:buFont typeface="Space Grotesk"/>
              <a:buNone/>
              <a:defRPr sz="1500">
                <a:highlight>
                  <a:schemeClr val="lt2"/>
                </a:highlight>
              </a:defRPr>
            </a:lvl4pPr>
            <a:lvl5pPr lvl="4">
              <a:lnSpc>
                <a:spcPct val="100000"/>
              </a:lnSpc>
              <a:spcBef>
                <a:spcPts val="0"/>
              </a:spcBef>
              <a:spcAft>
                <a:spcPts val="0"/>
              </a:spcAft>
              <a:buSzPts val="1500"/>
              <a:buFont typeface="Space Grotesk"/>
              <a:buNone/>
              <a:defRPr sz="1500">
                <a:highlight>
                  <a:schemeClr val="lt2"/>
                </a:highlight>
              </a:defRPr>
            </a:lvl5pPr>
            <a:lvl6pPr lvl="5">
              <a:lnSpc>
                <a:spcPct val="100000"/>
              </a:lnSpc>
              <a:spcBef>
                <a:spcPts val="0"/>
              </a:spcBef>
              <a:spcAft>
                <a:spcPts val="0"/>
              </a:spcAft>
              <a:buSzPts val="1500"/>
              <a:buFont typeface="Space Grotesk"/>
              <a:buNone/>
              <a:defRPr sz="1500">
                <a:highlight>
                  <a:schemeClr val="lt2"/>
                </a:highlight>
              </a:defRPr>
            </a:lvl6pPr>
            <a:lvl7pPr lvl="6">
              <a:lnSpc>
                <a:spcPct val="100000"/>
              </a:lnSpc>
              <a:spcBef>
                <a:spcPts val="0"/>
              </a:spcBef>
              <a:spcAft>
                <a:spcPts val="0"/>
              </a:spcAft>
              <a:buSzPts val="1500"/>
              <a:buFont typeface="Space Grotesk"/>
              <a:buNone/>
              <a:defRPr sz="1500">
                <a:highlight>
                  <a:schemeClr val="lt2"/>
                </a:highlight>
              </a:defRPr>
            </a:lvl7pPr>
            <a:lvl8pPr lvl="7">
              <a:lnSpc>
                <a:spcPct val="100000"/>
              </a:lnSpc>
              <a:spcBef>
                <a:spcPts val="0"/>
              </a:spcBef>
              <a:spcAft>
                <a:spcPts val="0"/>
              </a:spcAft>
              <a:buSzPts val="1500"/>
              <a:buFont typeface="Space Grotesk"/>
              <a:buNone/>
              <a:defRPr sz="1500">
                <a:highlight>
                  <a:schemeClr val="lt2"/>
                </a:highlight>
              </a:defRPr>
            </a:lvl8pPr>
            <a:lvl9pPr lvl="8">
              <a:lnSpc>
                <a:spcPct val="100000"/>
              </a:lnSpc>
              <a:spcBef>
                <a:spcPts val="0"/>
              </a:spcBef>
              <a:spcAft>
                <a:spcPts val="0"/>
              </a:spcAft>
              <a:buSzPts val="1500"/>
              <a:buFont typeface="Space Grotesk"/>
              <a:buNone/>
              <a:defRPr sz="1500">
                <a:highlight>
                  <a:schemeClr val="lt2"/>
                </a:highlight>
              </a:defRPr>
            </a:lvl9pPr>
          </a:lstStyle>
          <a:p/>
        </p:txBody>
      </p:sp>
      <p:sp>
        <p:nvSpPr>
          <p:cNvPr id="76" name="Google Shape;76;p5"/>
          <p:cNvSpPr txBox="1"/>
          <p:nvPr>
            <p:ph idx="2" type="body"/>
          </p:nvPr>
        </p:nvSpPr>
        <p:spPr>
          <a:xfrm>
            <a:off x="252600" y="3797350"/>
            <a:ext cx="3049800" cy="10935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77" name="Google Shape;77;p5"/>
          <p:cNvSpPr txBox="1"/>
          <p:nvPr>
            <p:ph type="title"/>
          </p:nvPr>
        </p:nvSpPr>
        <p:spPr>
          <a:xfrm>
            <a:off x="252600" y="2841100"/>
            <a:ext cx="4288200" cy="8652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3500"/>
              <a:buFont typeface="Space Grotesk Medium"/>
              <a:buNone/>
              <a:defRPr sz="3500">
                <a:highlight>
                  <a:schemeClr val="lt2"/>
                </a:highlight>
              </a:defRPr>
            </a:lvl1pPr>
            <a:lvl2pPr lvl="1">
              <a:lnSpc>
                <a:spcPct val="80000"/>
              </a:lnSpc>
              <a:spcBef>
                <a:spcPts val="0"/>
              </a:spcBef>
              <a:spcAft>
                <a:spcPts val="0"/>
              </a:spcAft>
              <a:buSzPts val="3900"/>
              <a:buFont typeface="Space Grotesk Medium"/>
              <a:buNone/>
              <a:defRPr sz="3900">
                <a:highlight>
                  <a:schemeClr val="lt2"/>
                </a:highlight>
              </a:defRPr>
            </a:lvl2pPr>
            <a:lvl3pPr lvl="2">
              <a:lnSpc>
                <a:spcPct val="80000"/>
              </a:lnSpc>
              <a:spcBef>
                <a:spcPts val="0"/>
              </a:spcBef>
              <a:spcAft>
                <a:spcPts val="0"/>
              </a:spcAft>
              <a:buSzPts val="3900"/>
              <a:buFont typeface="Space Grotesk Medium"/>
              <a:buNone/>
              <a:defRPr sz="3900">
                <a:highlight>
                  <a:schemeClr val="lt2"/>
                </a:highlight>
              </a:defRPr>
            </a:lvl3pPr>
            <a:lvl4pPr lvl="3">
              <a:lnSpc>
                <a:spcPct val="80000"/>
              </a:lnSpc>
              <a:spcBef>
                <a:spcPts val="0"/>
              </a:spcBef>
              <a:spcAft>
                <a:spcPts val="0"/>
              </a:spcAft>
              <a:buSzPts val="3900"/>
              <a:buFont typeface="Space Grotesk Medium"/>
              <a:buNone/>
              <a:defRPr sz="3900">
                <a:highlight>
                  <a:schemeClr val="lt2"/>
                </a:highlight>
              </a:defRPr>
            </a:lvl4pPr>
            <a:lvl5pPr lvl="4">
              <a:lnSpc>
                <a:spcPct val="80000"/>
              </a:lnSpc>
              <a:spcBef>
                <a:spcPts val="0"/>
              </a:spcBef>
              <a:spcAft>
                <a:spcPts val="0"/>
              </a:spcAft>
              <a:buSzPts val="3900"/>
              <a:buFont typeface="Space Grotesk Medium"/>
              <a:buNone/>
              <a:defRPr sz="3900">
                <a:highlight>
                  <a:schemeClr val="lt2"/>
                </a:highlight>
              </a:defRPr>
            </a:lvl5pPr>
            <a:lvl6pPr lvl="5">
              <a:lnSpc>
                <a:spcPct val="80000"/>
              </a:lnSpc>
              <a:spcBef>
                <a:spcPts val="0"/>
              </a:spcBef>
              <a:spcAft>
                <a:spcPts val="0"/>
              </a:spcAft>
              <a:buSzPts val="3900"/>
              <a:buFont typeface="Space Grotesk Medium"/>
              <a:buNone/>
              <a:defRPr sz="3900">
                <a:highlight>
                  <a:schemeClr val="lt2"/>
                </a:highlight>
              </a:defRPr>
            </a:lvl6pPr>
            <a:lvl7pPr lvl="6">
              <a:lnSpc>
                <a:spcPct val="80000"/>
              </a:lnSpc>
              <a:spcBef>
                <a:spcPts val="0"/>
              </a:spcBef>
              <a:spcAft>
                <a:spcPts val="0"/>
              </a:spcAft>
              <a:buSzPts val="3900"/>
              <a:buFont typeface="Space Grotesk Medium"/>
              <a:buNone/>
              <a:defRPr sz="3900">
                <a:highlight>
                  <a:schemeClr val="lt2"/>
                </a:highlight>
              </a:defRPr>
            </a:lvl7pPr>
            <a:lvl8pPr lvl="7">
              <a:lnSpc>
                <a:spcPct val="80000"/>
              </a:lnSpc>
              <a:spcBef>
                <a:spcPts val="0"/>
              </a:spcBef>
              <a:spcAft>
                <a:spcPts val="0"/>
              </a:spcAft>
              <a:buSzPts val="3900"/>
              <a:buFont typeface="Space Grotesk Medium"/>
              <a:buNone/>
              <a:defRPr sz="3900">
                <a:highlight>
                  <a:schemeClr val="lt2"/>
                </a:highlight>
              </a:defRPr>
            </a:lvl8pPr>
            <a:lvl9pPr lvl="8">
              <a:lnSpc>
                <a:spcPct val="80000"/>
              </a:lnSpc>
              <a:spcBef>
                <a:spcPts val="0"/>
              </a:spcBef>
              <a:spcAft>
                <a:spcPts val="0"/>
              </a:spcAft>
              <a:buSzPts val="3900"/>
              <a:buFont typeface="Space Grotesk Medium"/>
              <a:buNone/>
              <a:defRPr sz="3900">
                <a:highlight>
                  <a:schemeClr val="lt2"/>
                </a:highlight>
              </a:defRPr>
            </a:lvl9pPr>
          </a:lstStyle>
          <a:p/>
        </p:txBody>
      </p:sp>
      <p:sp>
        <p:nvSpPr>
          <p:cNvPr id="78" name="Google Shape;78;p5"/>
          <p:cNvSpPr/>
          <p:nvPr>
            <p:ph idx="3" type="pic"/>
          </p:nvPr>
        </p:nvSpPr>
        <p:spPr>
          <a:xfrm>
            <a:off x="4634854" y="627935"/>
            <a:ext cx="3444300" cy="3271800"/>
          </a:xfrm>
          <a:prstGeom prst="rect">
            <a:avLst/>
          </a:prstGeom>
          <a:noFill/>
          <a:ln>
            <a:noFill/>
          </a:ln>
        </p:spPr>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pos="159">
          <p15:clr>
            <a:srgbClr val="E46962"/>
          </p15:clr>
        </p15:guide>
        <p15:guide id="6" pos="5292">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
  <p:cSld name="ONE_COLUMN_TEXT_1">
    <p:bg>
      <p:bgPr>
        <a:solidFill>
          <a:schemeClr val="accent2"/>
        </a:solidFill>
      </p:bgPr>
    </p:bg>
    <p:spTree>
      <p:nvGrpSpPr>
        <p:cNvPr id="79" name="Shape 79"/>
        <p:cNvGrpSpPr/>
        <p:nvPr/>
      </p:nvGrpSpPr>
      <p:grpSpPr>
        <a:xfrm>
          <a:off x="0" y="0"/>
          <a:ext cx="0" cy="0"/>
          <a:chOff x="0" y="0"/>
          <a:chExt cx="0" cy="0"/>
        </a:xfrm>
      </p:grpSpPr>
      <p:grpSp>
        <p:nvGrpSpPr>
          <p:cNvPr id="80" name="Google Shape;80;p6"/>
          <p:cNvGrpSpPr/>
          <p:nvPr/>
        </p:nvGrpSpPr>
        <p:grpSpPr>
          <a:xfrm>
            <a:off x="2230528" y="1108408"/>
            <a:ext cx="4915231" cy="2940670"/>
            <a:chOff x="2230528" y="1108408"/>
            <a:chExt cx="4915231" cy="2940670"/>
          </a:xfrm>
        </p:grpSpPr>
        <p:sp>
          <p:nvSpPr>
            <p:cNvPr id="81" name="Google Shape;81;p6"/>
            <p:cNvSpPr/>
            <p:nvPr/>
          </p:nvSpPr>
          <p:spPr>
            <a:xfrm>
              <a:off x="3583559" y="2237378"/>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82" name="Google Shape;82;p6"/>
            <p:cNvSpPr/>
            <p:nvPr/>
          </p:nvSpPr>
          <p:spPr>
            <a:xfrm>
              <a:off x="3169759" y="1865553"/>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83" name="Google Shape;83;p6"/>
            <p:cNvSpPr/>
            <p:nvPr/>
          </p:nvSpPr>
          <p:spPr>
            <a:xfrm>
              <a:off x="2715512" y="1415749"/>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84" name="Google Shape;84;p6"/>
            <p:cNvSpPr/>
            <p:nvPr/>
          </p:nvSpPr>
          <p:spPr>
            <a:xfrm>
              <a:off x="2230528" y="1108408"/>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85" name="Google Shape;85;p6"/>
          <p:cNvSpPr txBox="1"/>
          <p:nvPr>
            <p:ph type="title"/>
          </p:nvPr>
        </p:nvSpPr>
        <p:spPr>
          <a:xfrm>
            <a:off x="2420613" y="1299977"/>
            <a:ext cx="4262400" cy="9963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3500"/>
              <a:buFont typeface="Space Grotesk Medium"/>
              <a:buNone/>
              <a:defRPr sz="3500"/>
            </a:lvl1pPr>
            <a:lvl2pPr lvl="1" algn="ctr">
              <a:lnSpc>
                <a:spcPct val="80000"/>
              </a:lnSpc>
              <a:spcBef>
                <a:spcPts val="0"/>
              </a:spcBef>
              <a:spcAft>
                <a:spcPts val="0"/>
              </a:spcAft>
              <a:buSzPts val="3600"/>
              <a:buFont typeface="Space Grotesk Medium"/>
              <a:buNone/>
              <a:defRPr sz="3600"/>
            </a:lvl2pPr>
            <a:lvl3pPr lvl="2" algn="ctr">
              <a:lnSpc>
                <a:spcPct val="80000"/>
              </a:lnSpc>
              <a:spcBef>
                <a:spcPts val="0"/>
              </a:spcBef>
              <a:spcAft>
                <a:spcPts val="0"/>
              </a:spcAft>
              <a:buSzPts val="3600"/>
              <a:buFont typeface="Space Grotesk Medium"/>
              <a:buNone/>
              <a:defRPr sz="3600"/>
            </a:lvl3pPr>
            <a:lvl4pPr lvl="3" algn="ctr">
              <a:lnSpc>
                <a:spcPct val="80000"/>
              </a:lnSpc>
              <a:spcBef>
                <a:spcPts val="0"/>
              </a:spcBef>
              <a:spcAft>
                <a:spcPts val="0"/>
              </a:spcAft>
              <a:buSzPts val="3600"/>
              <a:buFont typeface="Space Grotesk Medium"/>
              <a:buNone/>
              <a:defRPr sz="3600"/>
            </a:lvl4pPr>
            <a:lvl5pPr lvl="4" algn="ctr">
              <a:lnSpc>
                <a:spcPct val="80000"/>
              </a:lnSpc>
              <a:spcBef>
                <a:spcPts val="0"/>
              </a:spcBef>
              <a:spcAft>
                <a:spcPts val="0"/>
              </a:spcAft>
              <a:buSzPts val="3600"/>
              <a:buFont typeface="Space Grotesk Medium"/>
              <a:buNone/>
              <a:defRPr sz="3600"/>
            </a:lvl5pPr>
            <a:lvl6pPr lvl="5" algn="ctr">
              <a:lnSpc>
                <a:spcPct val="80000"/>
              </a:lnSpc>
              <a:spcBef>
                <a:spcPts val="0"/>
              </a:spcBef>
              <a:spcAft>
                <a:spcPts val="0"/>
              </a:spcAft>
              <a:buSzPts val="3600"/>
              <a:buFont typeface="Space Grotesk Medium"/>
              <a:buNone/>
              <a:defRPr sz="3600"/>
            </a:lvl6pPr>
            <a:lvl7pPr lvl="6" algn="ctr">
              <a:lnSpc>
                <a:spcPct val="80000"/>
              </a:lnSpc>
              <a:spcBef>
                <a:spcPts val="0"/>
              </a:spcBef>
              <a:spcAft>
                <a:spcPts val="0"/>
              </a:spcAft>
              <a:buSzPts val="3600"/>
              <a:buFont typeface="Space Grotesk Medium"/>
              <a:buNone/>
              <a:defRPr sz="3600"/>
            </a:lvl7pPr>
            <a:lvl8pPr lvl="7" algn="ctr">
              <a:lnSpc>
                <a:spcPct val="80000"/>
              </a:lnSpc>
              <a:spcBef>
                <a:spcPts val="0"/>
              </a:spcBef>
              <a:spcAft>
                <a:spcPts val="0"/>
              </a:spcAft>
              <a:buSzPts val="3600"/>
              <a:buFont typeface="Space Grotesk Medium"/>
              <a:buNone/>
              <a:defRPr sz="3600"/>
            </a:lvl8pPr>
            <a:lvl9pPr lvl="8" algn="ctr">
              <a:lnSpc>
                <a:spcPct val="80000"/>
              </a:lnSpc>
              <a:spcBef>
                <a:spcPts val="0"/>
              </a:spcBef>
              <a:spcAft>
                <a:spcPts val="0"/>
              </a:spcAft>
              <a:buSzPts val="3600"/>
              <a:buFont typeface="Space Grotesk Medium"/>
              <a:buNone/>
              <a:defRPr sz="3600"/>
            </a:lvl9pPr>
          </a:lstStyle>
          <a:p/>
        </p:txBody>
      </p:sp>
      <p:sp>
        <p:nvSpPr>
          <p:cNvPr id="86" name="Google Shape;86;p6"/>
          <p:cNvSpPr txBox="1"/>
          <p:nvPr>
            <p:ph idx="1" type="body"/>
          </p:nvPr>
        </p:nvSpPr>
        <p:spPr>
          <a:xfrm>
            <a:off x="4192376" y="2436625"/>
            <a:ext cx="1356300" cy="15483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highlight>
                  <a:schemeClr val="lt2"/>
                </a:highlight>
              </a:defRPr>
            </a:lvl1pPr>
            <a:lvl2pPr indent="-292100" lvl="1" marL="914400">
              <a:spcBef>
                <a:spcPts val="0"/>
              </a:spcBef>
              <a:spcAft>
                <a:spcPts val="0"/>
              </a:spcAft>
              <a:buSzPts val="1000"/>
              <a:buFont typeface="Space Grotesk"/>
              <a:buChar char="○"/>
              <a:defRPr sz="1000">
                <a:highlight>
                  <a:schemeClr val="lt2"/>
                </a:highlight>
              </a:defRPr>
            </a:lvl2pPr>
            <a:lvl3pPr indent="-292100" lvl="2" marL="1371600">
              <a:spcBef>
                <a:spcPts val="0"/>
              </a:spcBef>
              <a:spcAft>
                <a:spcPts val="0"/>
              </a:spcAft>
              <a:buSzPts val="1000"/>
              <a:buFont typeface="Space Grotesk"/>
              <a:buChar char="■"/>
              <a:defRPr sz="1000">
                <a:highlight>
                  <a:schemeClr val="lt2"/>
                </a:highlight>
              </a:defRPr>
            </a:lvl3pPr>
            <a:lvl4pPr indent="-292100" lvl="3" marL="1828800">
              <a:spcBef>
                <a:spcPts val="0"/>
              </a:spcBef>
              <a:spcAft>
                <a:spcPts val="0"/>
              </a:spcAft>
              <a:buSzPts val="1000"/>
              <a:buFont typeface="Space Grotesk"/>
              <a:buChar char="●"/>
              <a:defRPr sz="1000">
                <a:highlight>
                  <a:schemeClr val="lt2"/>
                </a:highlight>
              </a:defRPr>
            </a:lvl4pPr>
            <a:lvl5pPr indent="-292100" lvl="4" marL="2286000">
              <a:spcBef>
                <a:spcPts val="0"/>
              </a:spcBef>
              <a:spcAft>
                <a:spcPts val="0"/>
              </a:spcAft>
              <a:buSzPts val="1000"/>
              <a:buFont typeface="Space Grotesk"/>
              <a:buChar char="○"/>
              <a:defRPr sz="1000">
                <a:highlight>
                  <a:schemeClr val="lt2"/>
                </a:highlight>
              </a:defRPr>
            </a:lvl5pPr>
            <a:lvl6pPr indent="-292100" lvl="5" marL="2743200">
              <a:spcBef>
                <a:spcPts val="0"/>
              </a:spcBef>
              <a:spcAft>
                <a:spcPts val="0"/>
              </a:spcAft>
              <a:buSzPts val="1000"/>
              <a:buFont typeface="Space Grotesk"/>
              <a:buChar char="■"/>
              <a:defRPr sz="1000">
                <a:highlight>
                  <a:schemeClr val="lt2"/>
                </a:highlight>
              </a:defRPr>
            </a:lvl6pPr>
            <a:lvl7pPr indent="-292100" lvl="6" marL="3200400">
              <a:spcBef>
                <a:spcPts val="0"/>
              </a:spcBef>
              <a:spcAft>
                <a:spcPts val="0"/>
              </a:spcAft>
              <a:buSzPts val="1000"/>
              <a:buFont typeface="Space Grotesk"/>
              <a:buChar char="●"/>
              <a:defRPr sz="1000">
                <a:highlight>
                  <a:schemeClr val="lt2"/>
                </a:highlight>
              </a:defRPr>
            </a:lvl7pPr>
            <a:lvl8pPr indent="-292100" lvl="7" marL="3657600">
              <a:spcBef>
                <a:spcPts val="0"/>
              </a:spcBef>
              <a:spcAft>
                <a:spcPts val="0"/>
              </a:spcAft>
              <a:buSzPts val="1000"/>
              <a:buFont typeface="Space Grotesk"/>
              <a:buChar char="○"/>
              <a:defRPr sz="1000">
                <a:highlight>
                  <a:schemeClr val="lt2"/>
                </a:highlight>
              </a:defRPr>
            </a:lvl8pPr>
            <a:lvl9pPr indent="-292100" lvl="8" marL="4114800">
              <a:spcBef>
                <a:spcPts val="0"/>
              </a:spcBef>
              <a:spcAft>
                <a:spcPts val="0"/>
              </a:spcAft>
              <a:buSzPts val="1000"/>
              <a:buFont typeface="Space Grotesk"/>
              <a:buChar char="■"/>
              <a:defRPr sz="1000">
                <a:highlight>
                  <a:schemeClr val="lt2"/>
                </a:highlight>
              </a:defRPr>
            </a:lvl9pPr>
          </a:lstStyle>
          <a:p/>
        </p:txBody>
      </p:sp>
      <p:sp>
        <p:nvSpPr>
          <p:cNvPr id="87" name="Google Shape;87;p6"/>
          <p:cNvSpPr txBox="1"/>
          <p:nvPr>
            <p:ph idx="2" type="body"/>
          </p:nvPr>
        </p:nvSpPr>
        <p:spPr>
          <a:xfrm>
            <a:off x="5712456" y="2436625"/>
            <a:ext cx="1356300" cy="15483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highlight>
                  <a:schemeClr val="lt2"/>
                </a:highlight>
              </a:defRPr>
            </a:lvl1pPr>
            <a:lvl2pPr indent="-292100" lvl="1" marL="914400">
              <a:spcBef>
                <a:spcPts val="0"/>
              </a:spcBef>
              <a:spcAft>
                <a:spcPts val="0"/>
              </a:spcAft>
              <a:buSzPts val="1000"/>
              <a:buFont typeface="Space Grotesk"/>
              <a:buChar char="○"/>
              <a:defRPr sz="1000">
                <a:highlight>
                  <a:schemeClr val="lt2"/>
                </a:highlight>
              </a:defRPr>
            </a:lvl2pPr>
            <a:lvl3pPr indent="-292100" lvl="2" marL="1371600">
              <a:spcBef>
                <a:spcPts val="0"/>
              </a:spcBef>
              <a:spcAft>
                <a:spcPts val="0"/>
              </a:spcAft>
              <a:buSzPts val="1000"/>
              <a:buFont typeface="Space Grotesk"/>
              <a:buChar char="■"/>
              <a:defRPr sz="1000">
                <a:highlight>
                  <a:schemeClr val="lt2"/>
                </a:highlight>
              </a:defRPr>
            </a:lvl3pPr>
            <a:lvl4pPr indent="-292100" lvl="3" marL="1828800">
              <a:spcBef>
                <a:spcPts val="0"/>
              </a:spcBef>
              <a:spcAft>
                <a:spcPts val="0"/>
              </a:spcAft>
              <a:buSzPts val="1000"/>
              <a:buFont typeface="Space Grotesk"/>
              <a:buChar char="●"/>
              <a:defRPr sz="1000">
                <a:highlight>
                  <a:schemeClr val="lt2"/>
                </a:highlight>
              </a:defRPr>
            </a:lvl4pPr>
            <a:lvl5pPr indent="-292100" lvl="4" marL="2286000">
              <a:spcBef>
                <a:spcPts val="0"/>
              </a:spcBef>
              <a:spcAft>
                <a:spcPts val="0"/>
              </a:spcAft>
              <a:buSzPts val="1000"/>
              <a:buFont typeface="Space Grotesk"/>
              <a:buChar char="○"/>
              <a:defRPr sz="1000">
                <a:highlight>
                  <a:schemeClr val="lt2"/>
                </a:highlight>
              </a:defRPr>
            </a:lvl5pPr>
            <a:lvl6pPr indent="-292100" lvl="5" marL="2743200">
              <a:spcBef>
                <a:spcPts val="0"/>
              </a:spcBef>
              <a:spcAft>
                <a:spcPts val="0"/>
              </a:spcAft>
              <a:buSzPts val="1000"/>
              <a:buFont typeface="Space Grotesk"/>
              <a:buChar char="■"/>
              <a:defRPr sz="1000">
                <a:highlight>
                  <a:schemeClr val="lt2"/>
                </a:highlight>
              </a:defRPr>
            </a:lvl6pPr>
            <a:lvl7pPr indent="-292100" lvl="6" marL="3200400">
              <a:spcBef>
                <a:spcPts val="0"/>
              </a:spcBef>
              <a:spcAft>
                <a:spcPts val="0"/>
              </a:spcAft>
              <a:buSzPts val="1000"/>
              <a:buFont typeface="Space Grotesk"/>
              <a:buChar char="●"/>
              <a:defRPr sz="1000">
                <a:highlight>
                  <a:schemeClr val="lt2"/>
                </a:highlight>
              </a:defRPr>
            </a:lvl7pPr>
            <a:lvl8pPr indent="-292100" lvl="7" marL="3657600">
              <a:spcBef>
                <a:spcPts val="0"/>
              </a:spcBef>
              <a:spcAft>
                <a:spcPts val="0"/>
              </a:spcAft>
              <a:buSzPts val="1000"/>
              <a:buFont typeface="Space Grotesk"/>
              <a:buChar char="○"/>
              <a:defRPr sz="1000">
                <a:highlight>
                  <a:schemeClr val="lt2"/>
                </a:highlight>
              </a:defRPr>
            </a:lvl8pPr>
            <a:lvl9pPr indent="-292100" lvl="8" marL="4114800">
              <a:spcBef>
                <a:spcPts val="0"/>
              </a:spcBef>
              <a:spcAft>
                <a:spcPts val="0"/>
              </a:spcAft>
              <a:buSzPts val="1000"/>
              <a:buFont typeface="Space Grotesk"/>
              <a:buChar char="■"/>
              <a:defRPr sz="1000">
                <a:highlight>
                  <a:schemeClr val="lt2"/>
                </a:highlight>
              </a:defRPr>
            </a:lvl9pPr>
          </a:lstStyle>
          <a:p/>
        </p:txBody>
      </p:sp>
      <p:sp>
        <p:nvSpPr>
          <p:cNvPr id="88" name="Google Shape;88;p6"/>
          <p:cNvSpPr txBox="1"/>
          <p:nvPr>
            <p:ph idx="3" type="body"/>
          </p:nvPr>
        </p:nvSpPr>
        <p:spPr>
          <a:xfrm>
            <a:off x="2230525" y="2436625"/>
            <a:ext cx="1878300" cy="2085900"/>
          </a:xfrm>
          <a:prstGeom prst="rect">
            <a:avLst/>
          </a:prstGeom>
        </p:spPr>
        <p:txBody>
          <a:bodyPr anchorCtr="0" anchor="t" bIns="0" lIns="0" spcFirstLastPara="1" rIns="0" wrap="square" tIns="0">
            <a:noAutofit/>
          </a:bodyPr>
          <a:lstStyle>
            <a:lvl1pPr indent="-323850" lvl="0" marL="457200">
              <a:spcBef>
                <a:spcPts val="0"/>
              </a:spcBef>
              <a:spcAft>
                <a:spcPts val="0"/>
              </a:spcAft>
              <a:buClr>
                <a:schemeClr val="lt2"/>
              </a:buClr>
              <a:buSzPts val="1500"/>
              <a:buFont typeface="Space Grotesk"/>
              <a:buChar char="●"/>
              <a:defRPr sz="1500">
                <a:solidFill>
                  <a:schemeClr val="lt2"/>
                </a:solidFill>
                <a:highlight>
                  <a:schemeClr val="dk1"/>
                </a:highlight>
              </a:defRPr>
            </a:lvl1pPr>
            <a:lvl2pPr indent="-323850" lvl="1" marL="914400">
              <a:spcBef>
                <a:spcPts val="0"/>
              </a:spcBef>
              <a:spcAft>
                <a:spcPts val="0"/>
              </a:spcAft>
              <a:buClr>
                <a:schemeClr val="lt2"/>
              </a:buClr>
              <a:buSzPts val="1500"/>
              <a:buFont typeface="Space Grotesk"/>
              <a:buChar char="○"/>
              <a:defRPr sz="1500">
                <a:solidFill>
                  <a:schemeClr val="lt2"/>
                </a:solidFill>
                <a:highlight>
                  <a:schemeClr val="dk1"/>
                </a:highlight>
              </a:defRPr>
            </a:lvl2pPr>
            <a:lvl3pPr indent="-323850" lvl="2" marL="1371600">
              <a:spcBef>
                <a:spcPts val="0"/>
              </a:spcBef>
              <a:spcAft>
                <a:spcPts val="0"/>
              </a:spcAft>
              <a:buClr>
                <a:schemeClr val="lt2"/>
              </a:buClr>
              <a:buSzPts val="1500"/>
              <a:buFont typeface="Space Grotesk"/>
              <a:buChar char="■"/>
              <a:defRPr sz="1500">
                <a:solidFill>
                  <a:schemeClr val="lt2"/>
                </a:solidFill>
                <a:highlight>
                  <a:schemeClr val="dk1"/>
                </a:highlight>
              </a:defRPr>
            </a:lvl3pPr>
            <a:lvl4pPr indent="-323850" lvl="3" marL="1828800">
              <a:spcBef>
                <a:spcPts val="0"/>
              </a:spcBef>
              <a:spcAft>
                <a:spcPts val="0"/>
              </a:spcAft>
              <a:buClr>
                <a:schemeClr val="lt2"/>
              </a:buClr>
              <a:buSzPts val="1500"/>
              <a:buFont typeface="Space Grotesk"/>
              <a:buChar char="●"/>
              <a:defRPr sz="1500">
                <a:solidFill>
                  <a:schemeClr val="lt2"/>
                </a:solidFill>
                <a:highlight>
                  <a:schemeClr val="dk1"/>
                </a:highlight>
              </a:defRPr>
            </a:lvl4pPr>
            <a:lvl5pPr indent="-323850" lvl="4" marL="2286000">
              <a:spcBef>
                <a:spcPts val="0"/>
              </a:spcBef>
              <a:spcAft>
                <a:spcPts val="0"/>
              </a:spcAft>
              <a:buClr>
                <a:schemeClr val="lt2"/>
              </a:buClr>
              <a:buSzPts val="1500"/>
              <a:buFont typeface="Space Grotesk"/>
              <a:buChar char="○"/>
              <a:defRPr sz="1500">
                <a:solidFill>
                  <a:schemeClr val="lt2"/>
                </a:solidFill>
                <a:highlight>
                  <a:schemeClr val="dk1"/>
                </a:highlight>
              </a:defRPr>
            </a:lvl5pPr>
            <a:lvl6pPr indent="-323850" lvl="5" marL="2743200">
              <a:spcBef>
                <a:spcPts val="0"/>
              </a:spcBef>
              <a:spcAft>
                <a:spcPts val="0"/>
              </a:spcAft>
              <a:buClr>
                <a:schemeClr val="lt2"/>
              </a:buClr>
              <a:buSzPts val="1500"/>
              <a:buFont typeface="Space Grotesk"/>
              <a:buChar char="■"/>
              <a:defRPr sz="1500">
                <a:solidFill>
                  <a:schemeClr val="lt2"/>
                </a:solidFill>
                <a:highlight>
                  <a:schemeClr val="dk1"/>
                </a:highlight>
              </a:defRPr>
            </a:lvl6pPr>
            <a:lvl7pPr indent="-323850" lvl="6" marL="3200400">
              <a:spcBef>
                <a:spcPts val="0"/>
              </a:spcBef>
              <a:spcAft>
                <a:spcPts val="0"/>
              </a:spcAft>
              <a:buClr>
                <a:schemeClr val="lt2"/>
              </a:buClr>
              <a:buSzPts val="1500"/>
              <a:buFont typeface="Space Grotesk"/>
              <a:buChar char="●"/>
              <a:defRPr sz="1500">
                <a:solidFill>
                  <a:schemeClr val="lt2"/>
                </a:solidFill>
                <a:highlight>
                  <a:schemeClr val="dk1"/>
                </a:highlight>
              </a:defRPr>
            </a:lvl7pPr>
            <a:lvl8pPr indent="-323850" lvl="7" marL="3657600">
              <a:spcBef>
                <a:spcPts val="0"/>
              </a:spcBef>
              <a:spcAft>
                <a:spcPts val="0"/>
              </a:spcAft>
              <a:buClr>
                <a:schemeClr val="lt2"/>
              </a:buClr>
              <a:buSzPts val="1500"/>
              <a:buFont typeface="Space Grotesk"/>
              <a:buChar char="○"/>
              <a:defRPr sz="1500">
                <a:solidFill>
                  <a:schemeClr val="lt2"/>
                </a:solidFill>
                <a:highlight>
                  <a:schemeClr val="dk1"/>
                </a:highlight>
              </a:defRPr>
            </a:lvl8pPr>
            <a:lvl9pPr indent="-323850" lvl="8" marL="4114800">
              <a:spcBef>
                <a:spcPts val="0"/>
              </a:spcBef>
              <a:spcAft>
                <a:spcPts val="0"/>
              </a:spcAft>
              <a:buClr>
                <a:schemeClr val="lt2"/>
              </a:buClr>
              <a:buSzPts val="1500"/>
              <a:buFont typeface="Space Grotesk"/>
              <a:buChar char="■"/>
              <a:defRPr sz="1500">
                <a:solidFill>
                  <a:schemeClr val="lt2"/>
                </a:solidFill>
                <a:highlight>
                  <a:schemeClr val="dk1"/>
                </a:highligh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
    <p:bg>
      <p:bgPr>
        <a:solidFill>
          <a:schemeClr val="accent2"/>
        </a:solidFill>
      </p:bgPr>
    </p:bg>
    <p:spTree>
      <p:nvGrpSpPr>
        <p:cNvPr id="89" name="Shape 89"/>
        <p:cNvGrpSpPr/>
        <p:nvPr/>
      </p:nvGrpSpPr>
      <p:grpSpPr>
        <a:xfrm>
          <a:off x="0" y="0"/>
          <a:ext cx="0" cy="0"/>
          <a:chOff x="0" y="0"/>
          <a:chExt cx="0" cy="0"/>
        </a:xfrm>
      </p:grpSpPr>
      <p:sp>
        <p:nvSpPr>
          <p:cNvPr id="90" name="Google Shape;90;p7"/>
          <p:cNvSpPr/>
          <p:nvPr>
            <p:ph idx="2" type="pic"/>
          </p:nvPr>
        </p:nvSpPr>
        <p:spPr>
          <a:xfrm>
            <a:off x="743700" y="1693750"/>
            <a:ext cx="3974100" cy="2702400"/>
          </a:xfrm>
          <a:prstGeom prst="rect">
            <a:avLst/>
          </a:prstGeom>
          <a:noFill/>
          <a:ln>
            <a:noFill/>
          </a:ln>
        </p:spPr>
      </p:sp>
      <p:grpSp>
        <p:nvGrpSpPr>
          <p:cNvPr id="91" name="Google Shape;91;p7"/>
          <p:cNvGrpSpPr/>
          <p:nvPr/>
        </p:nvGrpSpPr>
        <p:grpSpPr>
          <a:xfrm>
            <a:off x="743700" y="742300"/>
            <a:ext cx="7047725" cy="3657400"/>
            <a:chOff x="743700" y="742300"/>
            <a:chExt cx="7047725" cy="3657400"/>
          </a:xfrm>
        </p:grpSpPr>
        <p:sp>
          <p:nvSpPr>
            <p:cNvPr id="92" name="Google Shape;92;p7"/>
            <p:cNvSpPr/>
            <p:nvPr/>
          </p:nvSpPr>
          <p:spPr>
            <a:xfrm>
              <a:off x="4626725" y="1693750"/>
              <a:ext cx="3164700" cy="17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3" name="Google Shape;93;p7"/>
            <p:cNvSpPr/>
            <p:nvPr/>
          </p:nvSpPr>
          <p:spPr>
            <a:xfrm>
              <a:off x="4718150" y="3341000"/>
              <a:ext cx="1465200" cy="105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4" name="Google Shape;94;p7"/>
            <p:cNvSpPr/>
            <p:nvPr/>
          </p:nvSpPr>
          <p:spPr>
            <a:xfrm>
              <a:off x="743700" y="742300"/>
              <a:ext cx="4529700" cy="1839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5" name="Google Shape;95;p7"/>
            <p:cNvSpPr/>
            <p:nvPr/>
          </p:nvSpPr>
          <p:spPr>
            <a:xfrm>
              <a:off x="1359836" y="2451775"/>
              <a:ext cx="416400" cy="39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6" name="Google Shape;96;p7"/>
            <p:cNvSpPr/>
            <p:nvPr/>
          </p:nvSpPr>
          <p:spPr>
            <a:xfrm>
              <a:off x="744050" y="3236575"/>
              <a:ext cx="741900" cy="39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7" name="Google Shape;97;p7"/>
            <p:cNvSpPr/>
            <p:nvPr/>
          </p:nvSpPr>
          <p:spPr>
            <a:xfrm>
              <a:off x="1495975" y="2368625"/>
              <a:ext cx="765000" cy="86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8" name="Google Shape;98;p7"/>
            <p:cNvSpPr/>
            <p:nvPr/>
          </p:nvSpPr>
          <p:spPr>
            <a:xfrm>
              <a:off x="3976375" y="2351575"/>
              <a:ext cx="741900" cy="49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99" name="Google Shape;99;p7"/>
          <p:cNvSpPr/>
          <p:nvPr/>
        </p:nvSpPr>
        <p:spPr>
          <a:xfrm>
            <a:off x="4718150" y="2839125"/>
            <a:ext cx="1465200" cy="576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00" name="Google Shape;100;p7"/>
          <p:cNvSpPr/>
          <p:nvPr/>
        </p:nvSpPr>
        <p:spPr>
          <a:xfrm>
            <a:off x="6183250" y="3341000"/>
            <a:ext cx="1245300" cy="105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01" name="Google Shape;101;p7"/>
          <p:cNvSpPr txBox="1"/>
          <p:nvPr>
            <p:ph type="title"/>
          </p:nvPr>
        </p:nvSpPr>
        <p:spPr>
          <a:xfrm>
            <a:off x="1032350" y="737025"/>
            <a:ext cx="3651300" cy="15555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p:txBody>
      </p:sp>
      <p:sp>
        <p:nvSpPr>
          <p:cNvPr id="102" name="Google Shape;102;p7"/>
          <p:cNvSpPr txBox="1"/>
          <p:nvPr>
            <p:ph idx="3" type="title"/>
          </p:nvPr>
        </p:nvSpPr>
        <p:spPr>
          <a:xfrm>
            <a:off x="6183250" y="3136100"/>
            <a:ext cx="2217000" cy="2085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000"/>
              <a:buFont typeface="Space Grotesk Medium"/>
              <a:buNone/>
              <a:defRPr sz="1000">
                <a:highlight>
                  <a:schemeClr val="lt2"/>
                </a:highlight>
              </a:defRPr>
            </a:lvl1pPr>
            <a:lvl2pPr lvl="1">
              <a:lnSpc>
                <a:spcPct val="115000"/>
              </a:lnSpc>
              <a:spcBef>
                <a:spcPts val="0"/>
              </a:spcBef>
              <a:spcAft>
                <a:spcPts val="0"/>
              </a:spcAft>
              <a:buSzPts val="1000"/>
              <a:buFont typeface="Space Grotesk Medium"/>
              <a:buNone/>
              <a:defRPr sz="1000">
                <a:highlight>
                  <a:schemeClr val="lt2"/>
                </a:highlight>
              </a:defRPr>
            </a:lvl2pPr>
            <a:lvl3pPr lvl="2">
              <a:lnSpc>
                <a:spcPct val="115000"/>
              </a:lnSpc>
              <a:spcBef>
                <a:spcPts val="0"/>
              </a:spcBef>
              <a:spcAft>
                <a:spcPts val="0"/>
              </a:spcAft>
              <a:buSzPts val="1000"/>
              <a:buFont typeface="Space Grotesk Medium"/>
              <a:buNone/>
              <a:defRPr sz="1000">
                <a:highlight>
                  <a:schemeClr val="lt2"/>
                </a:highlight>
              </a:defRPr>
            </a:lvl3pPr>
            <a:lvl4pPr lvl="3">
              <a:lnSpc>
                <a:spcPct val="115000"/>
              </a:lnSpc>
              <a:spcBef>
                <a:spcPts val="0"/>
              </a:spcBef>
              <a:spcAft>
                <a:spcPts val="0"/>
              </a:spcAft>
              <a:buSzPts val="1000"/>
              <a:buFont typeface="Space Grotesk Medium"/>
              <a:buNone/>
              <a:defRPr sz="1000">
                <a:highlight>
                  <a:schemeClr val="lt2"/>
                </a:highlight>
              </a:defRPr>
            </a:lvl4pPr>
            <a:lvl5pPr lvl="4">
              <a:lnSpc>
                <a:spcPct val="115000"/>
              </a:lnSpc>
              <a:spcBef>
                <a:spcPts val="0"/>
              </a:spcBef>
              <a:spcAft>
                <a:spcPts val="0"/>
              </a:spcAft>
              <a:buSzPts val="1000"/>
              <a:buFont typeface="Space Grotesk Medium"/>
              <a:buNone/>
              <a:defRPr sz="1000">
                <a:highlight>
                  <a:schemeClr val="lt2"/>
                </a:highlight>
              </a:defRPr>
            </a:lvl5pPr>
            <a:lvl6pPr lvl="5">
              <a:lnSpc>
                <a:spcPct val="115000"/>
              </a:lnSpc>
              <a:spcBef>
                <a:spcPts val="0"/>
              </a:spcBef>
              <a:spcAft>
                <a:spcPts val="0"/>
              </a:spcAft>
              <a:buSzPts val="1000"/>
              <a:buFont typeface="Space Grotesk Medium"/>
              <a:buNone/>
              <a:defRPr sz="1000">
                <a:highlight>
                  <a:schemeClr val="lt2"/>
                </a:highlight>
              </a:defRPr>
            </a:lvl6pPr>
            <a:lvl7pPr lvl="6">
              <a:lnSpc>
                <a:spcPct val="115000"/>
              </a:lnSpc>
              <a:spcBef>
                <a:spcPts val="0"/>
              </a:spcBef>
              <a:spcAft>
                <a:spcPts val="0"/>
              </a:spcAft>
              <a:buSzPts val="1000"/>
              <a:buFont typeface="Space Grotesk Medium"/>
              <a:buNone/>
              <a:defRPr sz="1000">
                <a:highlight>
                  <a:schemeClr val="lt2"/>
                </a:highlight>
              </a:defRPr>
            </a:lvl7pPr>
            <a:lvl8pPr lvl="7">
              <a:lnSpc>
                <a:spcPct val="115000"/>
              </a:lnSpc>
              <a:spcBef>
                <a:spcPts val="0"/>
              </a:spcBef>
              <a:spcAft>
                <a:spcPts val="0"/>
              </a:spcAft>
              <a:buSzPts val="1000"/>
              <a:buFont typeface="Space Grotesk Medium"/>
              <a:buNone/>
              <a:defRPr sz="1000">
                <a:highlight>
                  <a:schemeClr val="lt2"/>
                </a:highlight>
              </a:defRPr>
            </a:lvl8pPr>
            <a:lvl9pPr lvl="8">
              <a:lnSpc>
                <a:spcPct val="115000"/>
              </a:lnSpc>
              <a:spcBef>
                <a:spcPts val="0"/>
              </a:spcBef>
              <a:spcAft>
                <a:spcPts val="0"/>
              </a:spcAft>
              <a:buSzPts val="1000"/>
              <a:buFont typeface="Space Grotesk Medium"/>
              <a:buNone/>
              <a:defRPr sz="1000">
                <a:highlight>
                  <a:schemeClr val="lt2"/>
                </a:highlight>
              </a:defRPr>
            </a:lvl9pPr>
          </a:lstStyle>
          <a:p/>
        </p:txBody>
      </p:sp>
      <p:sp>
        <p:nvSpPr>
          <p:cNvPr id="103" name="Google Shape;103;p7"/>
          <p:cNvSpPr txBox="1"/>
          <p:nvPr>
            <p:ph idx="4" type="title"/>
          </p:nvPr>
        </p:nvSpPr>
        <p:spPr>
          <a:xfrm>
            <a:off x="4713425" y="1725175"/>
            <a:ext cx="2991300" cy="1211400"/>
          </a:xfrm>
          <a:prstGeom prst="rect">
            <a:avLst/>
          </a:prstGeom>
        </p:spPr>
        <p:txBody>
          <a:bodyPr anchorCtr="0" anchor="t" bIns="0" lIns="0" spcFirstLastPara="1" rIns="0" wrap="square" tIns="0">
            <a:noAutofit/>
          </a:bodyPr>
          <a:lstStyle>
            <a:lvl1pPr lvl="0">
              <a:lnSpc>
                <a:spcPct val="115000"/>
              </a:lnSpc>
              <a:spcBef>
                <a:spcPts val="0"/>
              </a:spcBef>
              <a:spcAft>
                <a:spcPts val="0"/>
              </a:spcAft>
              <a:buSzPts val="1500"/>
              <a:buFont typeface="Space Grotesk Medium"/>
              <a:buNone/>
              <a:defRPr sz="1500">
                <a:highlight>
                  <a:schemeClr val="lt2"/>
                </a:highlight>
              </a:defRPr>
            </a:lvl1pPr>
            <a:lvl2pPr lvl="1">
              <a:lnSpc>
                <a:spcPct val="115000"/>
              </a:lnSpc>
              <a:spcBef>
                <a:spcPts val="0"/>
              </a:spcBef>
              <a:spcAft>
                <a:spcPts val="0"/>
              </a:spcAft>
              <a:buSzPts val="1500"/>
              <a:buFont typeface="Space Grotesk Medium"/>
              <a:buNone/>
              <a:defRPr sz="1500">
                <a:highlight>
                  <a:schemeClr val="lt2"/>
                </a:highlight>
              </a:defRPr>
            </a:lvl2pPr>
            <a:lvl3pPr lvl="2">
              <a:lnSpc>
                <a:spcPct val="115000"/>
              </a:lnSpc>
              <a:spcBef>
                <a:spcPts val="0"/>
              </a:spcBef>
              <a:spcAft>
                <a:spcPts val="0"/>
              </a:spcAft>
              <a:buSzPts val="1500"/>
              <a:buFont typeface="Space Grotesk Medium"/>
              <a:buNone/>
              <a:defRPr sz="1500">
                <a:highlight>
                  <a:schemeClr val="lt2"/>
                </a:highlight>
              </a:defRPr>
            </a:lvl3pPr>
            <a:lvl4pPr lvl="3">
              <a:lnSpc>
                <a:spcPct val="115000"/>
              </a:lnSpc>
              <a:spcBef>
                <a:spcPts val="0"/>
              </a:spcBef>
              <a:spcAft>
                <a:spcPts val="0"/>
              </a:spcAft>
              <a:buSzPts val="1500"/>
              <a:buFont typeface="Space Grotesk Medium"/>
              <a:buNone/>
              <a:defRPr sz="1500">
                <a:highlight>
                  <a:schemeClr val="lt2"/>
                </a:highlight>
              </a:defRPr>
            </a:lvl4pPr>
            <a:lvl5pPr lvl="4">
              <a:lnSpc>
                <a:spcPct val="115000"/>
              </a:lnSpc>
              <a:spcBef>
                <a:spcPts val="0"/>
              </a:spcBef>
              <a:spcAft>
                <a:spcPts val="0"/>
              </a:spcAft>
              <a:buSzPts val="1500"/>
              <a:buFont typeface="Space Grotesk Medium"/>
              <a:buNone/>
              <a:defRPr sz="1500">
                <a:highlight>
                  <a:schemeClr val="lt2"/>
                </a:highlight>
              </a:defRPr>
            </a:lvl5pPr>
            <a:lvl6pPr lvl="5">
              <a:lnSpc>
                <a:spcPct val="115000"/>
              </a:lnSpc>
              <a:spcBef>
                <a:spcPts val="0"/>
              </a:spcBef>
              <a:spcAft>
                <a:spcPts val="0"/>
              </a:spcAft>
              <a:buSzPts val="1500"/>
              <a:buFont typeface="Space Grotesk Medium"/>
              <a:buNone/>
              <a:defRPr sz="1500">
                <a:highlight>
                  <a:schemeClr val="lt2"/>
                </a:highlight>
              </a:defRPr>
            </a:lvl6pPr>
            <a:lvl7pPr lvl="6">
              <a:lnSpc>
                <a:spcPct val="115000"/>
              </a:lnSpc>
              <a:spcBef>
                <a:spcPts val="0"/>
              </a:spcBef>
              <a:spcAft>
                <a:spcPts val="0"/>
              </a:spcAft>
              <a:buSzPts val="1500"/>
              <a:buFont typeface="Space Grotesk Medium"/>
              <a:buNone/>
              <a:defRPr sz="1500">
                <a:highlight>
                  <a:schemeClr val="lt2"/>
                </a:highlight>
              </a:defRPr>
            </a:lvl7pPr>
            <a:lvl8pPr lvl="7">
              <a:lnSpc>
                <a:spcPct val="115000"/>
              </a:lnSpc>
              <a:spcBef>
                <a:spcPts val="0"/>
              </a:spcBef>
              <a:spcAft>
                <a:spcPts val="0"/>
              </a:spcAft>
              <a:buSzPts val="1500"/>
              <a:buFont typeface="Space Grotesk Medium"/>
              <a:buNone/>
              <a:defRPr sz="1500">
                <a:highlight>
                  <a:schemeClr val="lt2"/>
                </a:highlight>
              </a:defRPr>
            </a:lvl8pPr>
            <a:lvl9pPr lvl="8">
              <a:lnSpc>
                <a:spcPct val="115000"/>
              </a:lnSpc>
              <a:spcBef>
                <a:spcPts val="0"/>
              </a:spcBef>
              <a:spcAft>
                <a:spcPts val="0"/>
              </a:spcAft>
              <a:buSzPts val="1500"/>
              <a:buFont typeface="Space Grotesk Medium"/>
              <a:buNone/>
              <a:defRPr sz="1500">
                <a:highlight>
                  <a:schemeClr val="lt2"/>
                </a:highlight>
              </a:defRPr>
            </a:lvl9pPr>
          </a:lstStyle>
          <a:p/>
        </p:txBody>
      </p:sp>
      <p:sp>
        <p:nvSpPr>
          <p:cNvPr id="104" name="Google Shape;104;p7"/>
          <p:cNvSpPr txBox="1"/>
          <p:nvPr>
            <p:ph idx="5" type="title"/>
          </p:nvPr>
        </p:nvSpPr>
        <p:spPr>
          <a:xfrm>
            <a:off x="5340025" y="733275"/>
            <a:ext cx="3287400" cy="912300"/>
          </a:xfrm>
          <a:prstGeom prst="rect">
            <a:avLst/>
          </a:prstGeom>
        </p:spPr>
        <p:txBody>
          <a:bodyPr anchorCtr="0" anchor="t" bIns="0" lIns="0" spcFirstLastPara="1" rIns="0" wrap="square" tIns="0">
            <a:norm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gn="ctr">
              <a:spcBef>
                <a:spcPts val="0"/>
              </a:spcBef>
              <a:spcAft>
                <a:spcPts val="0"/>
              </a:spcAft>
              <a:buSzPts val="7700"/>
              <a:buNone/>
              <a:defRPr sz="7700"/>
            </a:lvl2pPr>
            <a:lvl3pPr lvl="2" algn="ctr">
              <a:spcBef>
                <a:spcPts val="0"/>
              </a:spcBef>
              <a:spcAft>
                <a:spcPts val="0"/>
              </a:spcAft>
              <a:buSzPts val="7700"/>
              <a:buNone/>
              <a:defRPr sz="7700"/>
            </a:lvl3pPr>
            <a:lvl4pPr lvl="3" algn="ctr">
              <a:spcBef>
                <a:spcPts val="0"/>
              </a:spcBef>
              <a:spcAft>
                <a:spcPts val="0"/>
              </a:spcAft>
              <a:buSzPts val="7700"/>
              <a:buNone/>
              <a:defRPr sz="7700"/>
            </a:lvl4pPr>
            <a:lvl5pPr lvl="4" algn="ctr">
              <a:spcBef>
                <a:spcPts val="0"/>
              </a:spcBef>
              <a:spcAft>
                <a:spcPts val="0"/>
              </a:spcAft>
              <a:buSzPts val="7700"/>
              <a:buNone/>
              <a:defRPr sz="7700"/>
            </a:lvl5pPr>
            <a:lvl6pPr lvl="5" algn="ctr">
              <a:spcBef>
                <a:spcPts val="0"/>
              </a:spcBef>
              <a:spcAft>
                <a:spcPts val="0"/>
              </a:spcAft>
              <a:buSzPts val="7700"/>
              <a:buNone/>
              <a:defRPr sz="7700"/>
            </a:lvl6pPr>
            <a:lvl7pPr lvl="6" algn="ctr">
              <a:spcBef>
                <a:spcPts val="0"/>
              </a:spcBef>
              <a:spcAft>
                <a:spcPts val="0"/>
              </a:spcAft>
              <a:buSzPts val="7700"/>
              <a:buNone/>
              <a:defRPr sz="7700"/>
            </a:lvl7pPr>
            <a:lvl8pPr lvl="7" algn="ctr">
              <a:spcBef>
                <a:spcPts val="0"/>
              </a:spcBef>
              <a:spcAft>
                <a:spcPts val="0"/>
              </a:spcAft>
              <a:buSzPts val="7700"/>
              <a:buNone/>
              <a:defRPr sz="7700"/>
            </a:lvl8pPr>
            <a:lvl9pPr lvl="8" algn="ctr">
              <a:spcBef>
                <a:spcPts val="0"/>
              </a:spcBef>
              <a:spcAft>
                <a:spcPts val="0"/>
              </a:spcAft>
              <a:buSzPts val="7700"/>
              <a:buNone/>
              <a:defRPr sz="7700"/>
            </a:lvl9pPr>
          </a:lstStyle>
          <a:p/>
        </p:txBody>
      </p:sp>
      <p:sp>
        <p:nvSpPr>
          <p:cNvPr id="105" name="Google Shape;105;p7"/>
          <p:cNvSpPr/>
          <p:nvPr>
            <p:ph idx="6" type="pic"/>
          </p:nvPr>
        </p:nvSpPr>
        <p:spPr>
          <a:xfrm>
            <a:off x="6183250" y="3344750"/>
            <a:ext cx="2217000" cy="1051200"/>
          </a:xfrm>
          <a:prstGeom prst="rect">
            <a:avLst/>
          </a:prstGeom>
          <a:noFill/>
          <a:ln>
            <a:noFill/>
          </a:ln>
        </p:spPr>
      </p:sp>
      <p:sp>
        <p:nvSpPr>
          <p:cNvPr id="106" name="Google Shape;106;p7"/>
          <p:cNvSpPr txBox="1"/>
          <p:nvPr>
            <p:ph idx="7" type="title"/>
          </p:nvPr>
        </p:nvSpPr>
        <p:spPr>
          <a:xfrm>
            <a:off x="4804625" y="2962500"/>
            <a:ext cx="1317600" cy="16929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000"/>
              <a:buFont typeface="Space Grotesk Medium"/>
              <a:buNone/>
              <a:defRPr sz="1000">
                <a:highlight>
                  <a:schemeClr val="lt2"/>
                </a:highlight>
              </a:defRPr>
            </a:lvl1pPr>
            <a:lvl2pPr lvl="1">
              <a:spcBef>
                <a:spcPts val="0"/>
              </a:spcBef>
              <a:spcAft>
                <a:spcPts val="0"/>
              </a:spcAft>
              <a:buSzPts val="1000"/>
              <a:buFont typeface="Space Grotesk Medium"/>
              <a:buNone/>
              <a:defRPr sz="1000">
                <a:highlight>
                  <a:schemeClr val="lt2"/>
                </a:highlight>
              </a:defRPr>
            </a:lvl2pPr>
            <a:lvl3pPr lvl="2">
              <a:spcBef>
                <a:spcPts val="0"/>
              </a:spcBef>
              <a:spcAft>
                <a:spcPts val="0"/>
              </a:spcAft>
              <a:buSzPts val="1000"/>
              <a:buFont typeface="Space Grotesk Medium"/>
              <a:buNone/>
              <a:defRPr sz="1000">
                <a:highlight>
                  <a:schemeClr val="lt2"/>
                </a:highlight>
              </a:defRPr>
            </a:lvl3pPr>
            <a:lvl4pPr lvl="3">
              <a:spcBef>
                <a:spcPts val="0"/>
              </a:spcBef>
              <a:spcAft>
                <a:spcPts val="0"/>
              </a:spcAft>
              <a:buSzPts val="1000"/>
              <a:buFont typeface="Space Grotesk Medium"/>
              <a:buNone/>
              <a:defRPr sz="1000">
                <a:highlight>
                  <a:schemeClr val="lt2"/>
                </a:highlight>
              </a:defRPr>
            </a:lvl4pPr>
            <a:lvl5pPr lvl="4">
              <a:spcBef>
                <a:spcPts val="0"/>
              </a:spcBef>
              <a:spcAft>
                <a:spcPts val="0"/>
              </a:spcAft>
              <a:buSzPts val="1000"/>
              <a:buFont typeface="Space Grotesk Medium"/>
              <a:buNone/>
              <a:defRPr sz="1000">
                <a:highlight>
                  <a:schemeClr val="lt2"/>
                </a:highlight>
              </a:defRPr>
            </a:lvl5pPr>
            <a:lvl6pPr lvl="5">
              <a:spcBef>
                <a:spcPts val="0"/>
              </a:spcBef>
              <a:spcAft>
                <a:spcPts val="0"/>
              </a:spcAft>
              <a:buSzPts val="1000"/>
              <a:buFont typeface="Space Grotesk Medium"/>
              <a:buNone/>
              <a:defRPr sz="1000">
                <a:highlight>
                  <a:schemeClr val="lt2"/>
                </a:highlight>
              </a:defRPr>
            </a:lvl6pPr>
            <a:lvl7pPr lvl="6">
              <a:spcBef>
                <a:spcPts val="0"/>
              </a:spcBef>
              <a:spcAft>
                <a:spcPts val="0"/>
              </a:spcAft>
              <a:buSzPts val="1000"/>
              <a:buFont typeface="Space Grotesk Medium"/>
              <a:buNone/>
              <a:defRPr sz="1000">
                <a:highlight>
                  <a:schemeClr val="lt2"/>
                </a:highlight>
              </a:defRPr>
            </a:lvl7pPr>
            <a:lvl8pPr lvl="7">
              <a:spcBef>
                <a:spcPts val="0"/>
              </a:spcBef>
              <a:spcAft>
                <a:spcPts val="0"/>
              </a:spcAft>
              <a:buSzPts val="1000"/>
              <a:buFont typeface="Space Grotesk Medium"/>
              <a:buNone/>
              <a:defRPr sz="1000">
                <a:highlight>
                  <a:schemeClr val="lt2"/>
                </a:highlight>
              </a:defRPr>
            </a:lvl8pPr>
            <a:lvl9pPr lvl="8">
              <a:spcBef>
                <a:spcPts val="0"/>
              </a:spcBef>
              <a:spcAft>
                <a:spcPts val="0"/>
              </a:spcAft>
              <a:buSzPts val="1000"/>
              <a:buFont typeface="Space Grotesk Medium"/>
              <a:buNone/>
              <a:defRPr sz="1000">
                <a:highlight>
                  <a:schemeClr val="lt2"/>
                </a:highlight>
              </a:defRPr>
            </a:lvl9pPr>
          </a:lstStyle>
          <a:p/>
        </p:txBody>
      </p:sp>
    </p:spTree>
  </p:cSld>
  <p:clrMapOvr>
    <a:masterClrMapping/>
  </p:clrMapOvr>
  <p:extLst>
    <p:ext uri="{DCECCB84-F9BA-43D5-87BE-67443E8EF086}">
      <p15:sldGuideLst>
        <p15:guide id="1" orient="horz" pos="159">
          <p15:clr>
            <a:srgbClr val="E46962"/>
          </p15:clr>
        </p15:guide>
        <p15:guide id="2" pos="159">
          <p15:clr>
            <a:srgbClr val="E46962"/>
          </p15:clr>
        </p15:guide>
        <p15:guide id="3" pos="5601">
          <p15:clr>
            <a:srgbClr val="E46962"/>
          </p15:clr>
        </p15:guide>
        <p15:guide id="4" orient="horz" pos="3081">
          <p15:clr>
            <a:srgbClr val="E46962"/>
          </p15:clr>
        </p15:guide>
        <p15:guide id="5" pos="468">
          <p15:clr>
            <a:srgbClr val="E46962"/>
          </p15:clr>
        </p15:guide>
        <p15:guide id="6" pos="5292">
          <p15:clr>
            <a:srgbClr val="E46962"/>
          </p15:clr>
        </p15:guide>
        <p15:guide id="7" orient="horz" pos="468">
          <p15:clr>
            <a:srgbClr val="E46962"/>
          </p15:clr>
        </p15:guide>
        <p15:guide id="8" orient="horz" pos="2772">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 Alt 1">
  <p:cSld name="CUSTOM_1">
    <p:bg>
      <p:bgPr>
        <a:solidFill>
          <a:schemeClr val="accent2"/>
        </a:solidFill>
      </p:bgPr>
    </p:bg>
    <p:spTree>
      <p:nvGrpSpPr>
        <p:cNvPr id="107" name="Shape 107"/>
        <p:cNvGrpSpPr/>
        <p:nvPr/>
      </p:nvGrpSpPr>
      <p:grpSpPr>
        <a:xfrm>
          <a:off x="0" y="0"/>
          <a:ext cx="0" cy="0"/>
          <a:chOff x="0" y="0"/>
          <a:chExt cx="0" cy="0"/>
        </a:xfrm>
      </p:grpSpPr>
      <p:sp>
        <p:nvSpPr>
          <p:cNvPr id="108" name="Google Shape;108;p8"/>
          <p:cNvSpPr/>
          <p:nvPr/>
        </p:nvSpPr>
        <p:spPr>
          <a:xfrm>
            <a:off x="743700" y="2071975"/>
            <a:ext cx="357300" cy="510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09" name="Google Shape;109;p8"/>
          <p:cNvSpPr/>
          <p:nvPr>
            <p:ph idx="2" type="pic"/>
          </p:nvPr>
        </p:nvSpPr>
        <p:spPr>
          <a:xfrm>
            <a:off x="978875" y="2071975"/>
            <a:ext cx="3761700" cy="2680200"/>
          </a:xfrm>
          <a:prstGeom prst="rect">
            <a:avLst/>
          </a:prstGeom>
          <a:noFill/>
          <a:ln>
            <a:noFill/>
          </a:ln>
        </p:spPr>
      </p:sp>
      <p:sp>
        <p:nvSpPr>
          <p:cNvPr id="110" name="Google Shape;110;p8"/>
          <p:cNvSpPr/>
          <p:nvPr/>
        </p:nvSpPr>
        <p:spPr>
          <a:xfrm>
            <a:off x="743700" y="743700"/>
            <a:ext cx="4529700" cy="135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1" name="Google Shape;111;p8"/>
          <p:cNvSpPr/>
          <p:nvPr/>
        </p:nvSpPr>
        <p:spPr>
          <a:xfrm>
            <a:off x="1285575" y="2039600"/>
            <a:ext cx="385200" cy="829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2" name="Google Shape;112;p8"/>
          <p:cNvSpPr/>
          <p:nvPr/>
        </p:nvSpPr>
        <p:spPr>
          <a:xfrm>
            <a:off x="742950" y="3098550"/>
            <a:ext cx="1359900" cy="49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3" name="Google Shape;113;p8"/>
          <p:cNvSpPr/>
          <p:nvPr/>
        </p:nvSpPr>
        <p:spPr>
          <a:xfrm>
            <a:off x="4718150" y="3884200"/>
            <a:ext cx="765000" cy="86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4" name="Google Shape;114;p8"/>
          <p:cNvSpPr/>
          <p:nvPr/>
        </p:nvSpPr>
        <p:spPr>
          <a:xfrm>
            <a:off x="3800525" y="2039600"/>
            <a:ext cx="1004100" cy="7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5" name="Google Shape;115;p8"/>
          <p:cNvSpPr/>
          <p:nvPr/>
        </p:nvSpPr>
        <p:spPr>
          <a:xfrm>
            <a:off x="4718150" y="378500"/>
            <a:ext cx="3552000" cy="402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16" name="Google Shape;116;p8"/>
          <p:cNvSpPr txBox="1"/>
          <p:nvPr>
            <p:ph type="title"/>
          </p:nvPr>
        </p:nvSpPr>
        <p:spPr>
          <a:xfrm>
            <a:off x="4946700" y="623600"/>
            <a:ext cx="3093300" cy="16689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p:txBody>
      </p:sp>
      <p:sp>
        <p:nvSpPr>
          <p:cNvPr id="117" name="Google Shape;117;p8"/>
          <p:cNvSpPr/>
          <p:nvPr>
            <p:ph idx="3" type="pic"/>
          </p:nvPr>
        </p:nvSpPr>
        <p:spPr>
          <a:xfrm>
            <a:off x="742950" y="3591150"/>
            <a:ext cx="1359900" cy="970800"/>
          </a:xfrm>
          <a:prstGeom prst="rect">
            <a:avLst/>
          </a:prstGeom>
          <a:noFill/>
          <a:ln>
            <a:noFill/>
          </a:ln>
        </p:spPr>
      </p:sp>
      <p:sp>
        <p:nvSpPr>
          <p:cNvPr id="118" name="Google Shape;118;p8"/>
          <p:cNvSpPr txBox="1"/>
          <p:nvPr>
            <p:ph idx="4" type="title"/>
          </p:nvPr>
        </p:nvSpPr>
        <p:spPr>
          <a:xfrm>
            <a:off x="883025" y="797467"/>
            <a:ext cx="3921600" cy="912300"/>
          </a:xfrm>
          <a:prstGeom prst="rect">
            <a:avLst/>
          </a:prstGeom>
        </p:spPr>
        <p:txBody>
          <a:bodyPr anchorCtr="0" anchor="t" bIns="0" lIns="0" spcFirstLastPara="1" rIns="0" wrap="square" tIns="0">
            <a:normAutofit/>
          </a:bodyPr>
          <a:lstStyle>
            <a:lvl1pPr lvl="0">
              <a:lnSpc>
                <a:spcPct val="80000"/>
              </a:lnSpc>
              <a:spcBef>
                <a:spcPts val="0"/>
              </a:spcBef>
              <a:spcAft>
                <a:spcPts val="0"/>
              </a:spcAft>
              <a:buSzPts val="3500"/>
              <a:buFont typeface="Space Grotesk"/>
              <a:buNone/>
              <a:defRPr sz="3500">
                <a:highlight>
                  <a:schemeClr val="lt2"/>
                </a:highlight>
                <a:latin typeface="Space Grotesk"/>
                <a:ea typeface="Space Grotesk"/>
                <a:cs typeface="Space Grotesk"/>
                <a:sym typeface="Space Grotesk"/>
              </a:defRPr>
            </a:lvl1pPr>
            <a:lvl2pPr lvl="1" algn="ctr">
              <a:spcBef>
                <a:spcPts val="0"/>
              </a:spcBef>
              <a:spcAft>
                <a:spcPts val="0"/>
              </a:spcAft>
              <a:buSzPts val="7700"/>
              <a:buNone/>
              <a:defRPr sz="7700"/>
            </a:lvl2pPr>
            <a:lvl3pPr lvl="2" algn="ctr">
              <a:spcBef>
                <a:spcPts val="0"/>
              </a:spcBef>
              <a:spcAft>
                <a:spcPts val="0"/>
              </a:spcAft>
              <a:buSzPts val="7700"/>
              <a:buNone/>
              <a:defRPr sz="7700"/>
            </a:lvl3pPr>
            <a:lvl4pPr lvl="3" algn="ctr">
              <a:spcBef>
                <a:spcPts val="0"/>
              </a:spcBef>
              <a:spcAft>
                <a:spcPts val="0"/>
              </a:spcAft>
              <a:buSzPts val="7700"/>
              <a:buNone/>
              <a:defRPr sz="7700"/>
            </a:lvl4pPr>
            <a:lvl5pPr lvl="4" algn="ctr">
              <a:spcBef>
                <a:spcPts val="0"/>
              </a:spcBef>
              <a:spcAft>
                <a:spcPts val="0"/>
              </a:spcAft>
              <a:buSzPts val="7700"/>
              <a:buNone/>
              <a:defRPr sz="7700"/>
            </a:lvl5pPr>
            <a:lvl6pPr lvl="5" algn="ctr">
              <a:spcBef>
                <a:spcPts val="0"/>
              </a:spcBef>
              <a:spcAft>
                <a:spcPts val="0"/>
              </a:spcAft>
              <a:buSzPts val="7700"/>
              <a:buNone/>
              <a:defRPr sz="7700"/>
            </a:lvl6pPr>
            <a:lvl7pPr lvl="6" algn="ctr">
              <a:spcBef>
                <a:spcPts val="0"/>
              </a:spcBef>
              <a:spcAft>
                <a:spcPts val="0"/>
              </a:spcAft>
              <a:buSzPts val="7700"/>
              <a:buNone/>
              <a:defRPr sz="7700"/>
            </a:lvl7pPr>
            <a:lvl8pPr lvl="7" algn="ctr">
              <a:spcBef>
                <a:spcPts val="0"/>
              </a:spcBef>
              <a:spcAft>
                <a:spcPts val="0"/>
              </a:spcAft>
              <a:buSzPts val="7700"/>
              <a:buNone/>
              <a:defRPr sz="7700"/>
            </a:lvl8pPr>
            <a:lvl9pPr lvl="8" algn="ctr">
              <a:spcBef>
                <a:spcPts val="0"/>
              </a:spcBef>
              <a:spcAft>
                <a:spcPts val="0"/>
              </a:spcAft>
              <a:buSzPts val="7700"/>
              <a:buNone/>
              <a:defRPr sz="7700"/>
            </a:lvl9pPr>
          </a:lstStyle>
          <a:p/>
        </p:txBody>
      </p:sp>
      <p:sp>
        <p:nvSpPr>
          <p:cNvPr id="119" name="Google Shape;119;p8"/>
          <p:cNvSpPr/>
          <p:nvPr/>
        </p:nvSpPr>
        <p:spPr>
          <a:xfrm>
            <a:off x="956075" y="1848025"/>
            <a:ext cx="357300" cy="593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20" name="Google Shape;120;p8"/>
          <p:cNvSpPr txBox="1"/>
          <p:nvPr>
            <p:ph idx="5" type="title"/>
          </p:nvPr>
        </p:nvSpPr>
        <p:spPr>
          <a:xfrm>
            <a:off x="883025" y="1805225"/>
            <a:ext cx="3093300" cy="2667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p:txBody>
      </p:sp>
      <p:sp>
        <p:nvSpPr>
          <p:cNvPr id="121" name="Google Shape;121;p8"/>
          <p:cNvSpPr txBox="1"/>
          <p:nvPr>
            <p:ph idx="6" type="title"/>
          </p:nvPr>
        </p:nvSpPr>
        <p:spPr>
          <a:xfrm>
            <a:off x="812500" y="3259700"/>
            <a:ext cx="1463700" cy="4518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1pPr>
            <a:lvl2pPr lvl="1">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2pPr>
            <a:lvl3pPr lvl="2">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3pPr>
            <a:lvl4pPr lvl="3">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4pPr>
            <a:lvl5pPr lvl="4">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5pPr>
            <a:lvl6pPr lvl="5">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6pPr>
            <a:lvl7pPr lvl="6">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7pPr>
            <a:lvl8pPr lvl="7">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8pPr>
            <a:lvl9pPr lvl="8">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9pPr>
          </a:lstStyle>
          <a:p/>
        </p:txBody>
      </p:sp>
    </p:spTree>
  </p:cSld>
  <p:clrMapOvr>
    <a:masterClrMapping/>
  </p:clrMapOvr>
  <p:extLst>
    <p:ext uri="{DCECCB84-F9BA-43D5-87BE-67443E8EF086}">
      <p15:sldGuideLst>
        <p15:guide id="1" orient="horz" pos="159">
          <p15:clr>
            <a:srgbClr val="E46962"/>
          </p15:clr>
        </p15:guide>
        <p15:guide id="2" pos="159">
          <p15:clr>
            <a:srgbClr val="E46962"/>
          </p15:clr>
        </p15:guide>
        <p15:guide id="3" pos="5601">
          <p15:clr>
            <a:srgbClr val="E46962"/>
          </p15:clr>
        </p15:guide>
        <p15:guide id="4" orient="horz" pos="3081">
          <p15:clr>
            <a:srgbClr val="E46962"/>
          </p15:clr>
        </p15:guide>
        <p15:guide id="5" pos="468">
          <p15:clr>
            <a:srgbClr val="E46962"/>
          </p15:clr>
        </p15:guide>
        <p15:guide id="6" pos="5292">
          <p15:clr>
            <a:srgbClr val="E46962"/>
          </p15:clr>
        </p15:guide>
        <p15:guide id="7" orient="horz" pos="468">
          <p15:clr>
            <a:srgbClr val="E46962"/>
          </p15:clr>
        </p15:guide>
        <p15:guide id="8" orient="horz" pos="2772">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image">
  <p:cSld name="BLANK_1_1_1_1_1_1_1_1_1_1_1_1_1_1_2">
    <p:bg>
      <p:bgPr>
        <a:solidFill>
          <a:schemeClr val="dk1"/>
        </a:solidFill>
      </p:bgPr>
    </p:bg>
    <p:spTree>
      <p:nvGrpSpPr>
        <p:cNvPr id="122" name="Shape 122"/>
        <p:cNvGrpSpPr/>
        <p:nvPr/>
      </p:nvGrpSpPr>
      <p:grpSpPr>
        <a:xfrm>
          <a:off x="0" y="0"/>
          <a:ext cx="0" cy="0"/>
          <a:chOff x="0" y="0"/>
          <a:chExt cx="0" cy="0"/>
        </a:xfrm>
      </p:grpSpPr>
      <p:sp>
        <p:nvSpPr>
          <p:cNvPr id="123" name="Google Shape;123;p9"/>
          <p:cNvSpPr txBox="1"/>
          <p:nvPr>
            <p:ph idx="1" type="body"/>
          </p:nvPr>
        </p:nvSpPr>
        <p:spPr>
          <a:xfrm>
            <a:off x="3721600" y="3126450"/>
            <a:ext cx="13848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24" name="Google Shape;124;p9"/>
          <p:cNvSpPr/>
          <p:nvPr>
            <p:ph idx="2" type="pic"/>
          </p:nvPr>
        </p:nvSpPr>
        <p:spPr>
          <a:xfrm>
            <a:off x="0" y="0"/>
            <a:ext cx="2546700" cy="3583200"/>
          </a:xfrm>
          <a:prstGeom prst="rect">
            <a:avLst/>
          </a:prstGeom>
          <a:noFill/>
          <a:ln>
            <a:noFill/>
          </a:ln>
        </p:spPr>
      </p:sp>
      <p:sp>
        <p:nvSpPr>
          <p:cNvPr id="125" name="Google Shape;125;p9"/>
          <p:cNvSpPr/>
          <p:nvPr>
            <p:ph idx="3" type="pic"/>
          </p:nvPr>
        </p:nvSpPr>
        <p:spPr>
          <a:xfrm>
            <a:off x="280475" y="474638"/>
            <a:ext cx="2940900" cy="4668900"/>
          </a:xfrm>
          <a:prstGeom prst="rect">
            <a:avLst/>
          </a:prstGeom>
          <a:noFill/>
          <a:ln>
            <a:noFill/>
          </a:ln>
        </p:spPr>
      </p:sp>
      <p:sp>
        <p:nvSpPr>
          <p:cNvPr id="126" name="Google Shape;126;p9"/>
          <p:cNvSpPr/>
          <p:nvPr/>
        </p:nvSpPr>
        <p:spPr>
          <a:xfrm>
            <a:off x="3596536" y="253823"/>
            <a:ext cx="1082100" cy="342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27" name="Google Shape;127;p9"/>
          <p:cNvSpPr txBox="1"/>
          <p:nvPr>
            <p:ph idx="4" type="body"/>
          </p:nvPr>
        </p:nvSpPr>
        <p:spPr>
          <a:xfrm>
            <a:off x="5511500" y="3126450"/>
            <a:ext cx="13848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28" name="Google Shape;128;p9"/>
          <p:cNvSpPr txBox="1"/>
          <p:nvPr>
            <p:ph idx="5" type="body"/>
          </p:nvPr>
        </p:nvSpPr>
        <p:spPr>
          <a:xfrm>
            <a:off x="7293076" y="3126450"/>
            <a:ext cx="14610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29" name="Google Shape;129;p9"/>
          <p:cNvSpPr txBox="1"/>
          <p:nvPr>
            <p:ph type="title"/>
          </p:nvPr>
        </p:nvSpPr>
        <p:spPr>
          <a:xfrm>
            <a:off x="3598725" y="1485838"/>
            <a:ext cx="4801500" cy="751500"/>
          </a:xfrm>
          <a:prstGeom prst="rect">
            <a:avLst/>
          </a:prstGeom>
        </p:spPr>
        <p:txBody>
          <a:bodyPr anchorCtr="0" anchor="t" bIns="0" lIns="0" spcFirstLastPara="1" rIns="0" wrap="square" tIns="0">
            <a:noAutofit/>
          </a:bodyPr>
          <a:lstStyle>
            <a:lvl1pPr lvl="0">
              <a:spcBef>
                <a:spcPts val="0"/>
              </a:spcBef>
              <a:spcAft>
                <a:spcPts val="0"/>
              </a:spcAft>
              <a:buSzPts val="2800"/>
              <a:buNone/>
              <a:defRPr sz="1000">
                <a:solidFill>
                  <a:schemeClr val="lt2"/>
                </a:solidFill>
                <a:latin typeface="Space Grotesk"/>
                <a:ea typeface="Space Grotesk"/>
                <a:cs typeface="Space Grotesk"/>
                <a:sym typeface="Space Grotesk"/>
              </a:defRPr>
            </a:lvl1pPr>
            <a:lvl2pPr lvl="1">
              <a:spcBef>
                <a:spcPts val="0"/>
              </a:spcBef>
              <a:spcAft>
                <a:spcPts val="0"/>
              </a:spcAft>
              <a:buSzPts val="2800"/>
              <a:buNone/>
              <a:defRPr sz="1000">
                <a:solidFill>
                  <a:schemeClr val="lt2"/>
                </a:solidFill>
                <a:latin typeface="Space Grotesk"/>
                <a:ea typeface="Space Grotesk"/>
                <a:cs typeface="Space Grotesk"/>
                <a:sym typeface="Space Grotesk"/>
              </a:defRPr>
            </a:lvl2pPr>
            <a:lvl3pPr lvl="2">
              <a:spcBef>
                <a:spcPts val="0"/>
              </a:spcBef>
              <a:spcAft>
                <a:spcPts val="0"/>
              </a:spcAft>
              <a:buSzPts val="2800"/>
              <a:buNone/>
              <a:defRPr sz="1000">
                <a:solidFill>
                  <a:schemeClr val="lt2"/>
                </a:solidFill>
                <a:latin typeface="Space Grotesk"/>
                <a:ea typeface="Space Grotesk"/>
                <a:cs typeface="Space Grotesk"/>
                <a:sym typeface="Space Grotesk"/>
              </a:defRPr>
            </a:lvl3pPr>
            <a:lvl4pPr lvl="3">
              <a:spcBef>
                <a:spcPts val="0"/>
              </a:spcBef>
              <a:spcAft>
                <a:spcPts val="0"/>
              </a:spcAft>
              <a:buSzPts val="2800"/>
              <a:buNone/>
              <a:defRPr sz="1000">
                <a:solidFill>
                  <a:schemeClr val="lt2"/>
                </a:solidFill>
                <a:latin typeface="Space Grotesk"/>
                <a:ea typeface="Space Grotesk"/>
                <a:cs typeface="Space Grotesk"/>
                <a:sym typeface="Space Grotesk"/>
              </a:defRPr>
            </a:lvl4pPr>
            <a:lvl5pPr lvl="4">
              <a:spcBef>
                <a:spcPts val="0"/>
              </a:spcBef>
              <a:spcAft>
                <a:spcPts val="0"/>
              </a:spcAft>
              <a:buSzPts val="2800"/>
              <a:buNone/>
              <a:defRPr sz="1000">
                <a:solidFill>
                  <a:schemeClr val="lt2"/>
                </a:solidFill>
                <a:latin typeface="Space Grotesk"/>
                <a:ea typeface="Space Grotesk"/>
                <a:cs typeface="Space Grotesk"/>
                <a:sym typeface="Space Grotesk"/>
              </a:defRPr>
            </a:lvl5pPr>
            <a:lvl6pPr lvl="5">
              <a:spcBef>
                <a:spcPts val="0"/>
              </a:spcBef>
              <a:spcAft>
                <a:spcPts val="0"/>
              </a:spcAft>
              <a:buSzPts val="2800"/>
              <a:buNone/>
              <a:defRPr sz="1000">
                <a:solidFill>
                  <a:schemeClr val="lt2"/>
                </a:solidFill>
                <a:latin typeface="Space Grotesk"/>
                <a:ea typeface="Space Grotesk"/>
                <a:cs typeface="Space Grotesk"/>
                <a:sym typeface="Space Grotesk"/>
              </a:defRPr>
            </a:lvl6pPr>
            <a:lvl7pPr lvl="6">
              <a:spcBef>
                <a:spcPts val="0"/>
              </a:spcBef>
              <a:spcAft>
                <a:spcPts val="0"/>
              </a:spcAft>
              <a:buSzPts val="2800"/>
              <a:buNone/>
              <a:defRPr sz="1000">
                <a:solidFill>
                  <a:schemeClr val="lt2"/>
                </a:solidFill>
                <a:latin typeface="Space Grotesk"/>
                <a:ea typeface="Space Grotesk"/>
                <a:cs typeface="Space Grotesk"/>
                <a:sym typeface="Space Grotesk"/>
              </a:defRPr>
            </a:lvl7pPr>
            <a:lvl8pPr lvl="7">
              <a:spcBef>
                <a:spcPts val="0"/>
              </a:spcBef>
              <a:spcAft>
                <a:spcPts val="0"/>
              </a:spcAft>
              <a:buSzPts val="2800"/>
              <a:buNone/>
              <a:defRPr sz="1000">
                <a:solidFill>
                  <a:schemeClr val="lt2"/>
                </a:solidFill>
                <a:latin typeface="Space Grotesk"/>
                <a:ea typeface="Space Grotesk"/>
                <a:cs typeface="Space Grotesk"/>
                <a:sym typeface="Space Grotesk"/>
              </a:defRPr>
            </a:lvl8pPr>
            <a:lvl9pPr lvl="8">
              <a:spcBef>
                <a:spcPts val="0"/>
              </a:spcBef>
              <a:spcAft>
                <a:spcPts val="0"/>
              </a:spcAft>
              <a:buSzPts val="2800"/>
              <a:buNone/>
              <a:defRPr sz="1000">
                <a:solidFill>
                  <a:schemeClr val="lt2"/>
                </a:solidFill>
                <a:latin typeface="Space Grotesk"/>
                <a:ea typeface="Space Grotesk"/>
                <a:cs typeface="Space Grotesk"/>
                <a:sym typeface="Space Grotesk"/>
              </a:defRPr>
            </a:lvl9pPr>
          </a:lstStyle>
          <a:p/>
        </p:txBody>
      </p:sp>
      <p:sp>
        <p:nvSpPr>
          <p:cNvPr id="130" name="Google Shape;130;p9"/>
          <p:cNvSpPr txBox="1"/>
          <p:nvPr>
            <p:ph idx="6" type="subTitle"/>
          </p:nvPr>
        </p:nvSpPr>
        <p:spPr>
          <a:xfrm>
            <a:off x="3721600" y="2709275"/>
            <a:ext cx="15747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131" name="Google Shape;131;p9"/>
          <p:cNvSpPr txBox="1"/>
          <p:nvPr>
            <p:ph idx="7" type="subTitle"/>
          </p:nvPr>
        </p:nvSpPr>
        <p:spPr>
          <a:xfrm>
            <a:off x="5511500" y="2709275"/>
            <a:ext cx="15747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132" name="Google Shape;132;p9"/>
          <p:cNvSpPr txBox="1"/>
          <p:nvPr>
            <p:ph idx="8" type="subTitle"/>
          </p:nvPr>
        </p:nvSpPr>
        <p:spPr>
          <a:xfrm>
            <a:off x="7293076" y="2713624"/>
            <a:ext cx="15984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133" name="Google Shape;133;p9"/>
          <p:cNvSpPr txBox="1"/>
          <p:nvPr>
            <p:ph idx="9" type="title"/>
          </p:nvPr>
        </p:nvSpPr>
        <p:spPr>
          <a:xfrm>
            <a:off x="3596525" y="522925"/>
            <a:ext cx="5295000" cy="8367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3500">
                <a:highlight>
                  <a:schemeClr val="accent5"/>
                </a:highlight>
                <a:latin typeface="Space Grotesk"/>
                <a:ea typeface="Space Grotesk"/>
                <a:cs typeface="Space Grotesk"/>
                <a:sym typeface="Space Grotesk"/>
              </a:defRPr>
            </a:lvl1pPr>
            <a:lvl2pPr lvl="1">
              <a:lnSpc>
                <a:spcPct val="115000"/>
              </a:lnSpc>
              <a:spcBef>
                <a:spcPts val="0"/>
              </a:spcBef>
              <a:spcAft>
                <a:spcPts val="0"/>
              </a:spcAft>
              <a:buSzPts val="2800"/>
              <a:buNone/>
              <a:defRPr sz="3900">
                <a:highlight>
                  <a:schemeClr val="accent5"/>
                </a:highlight>
              </a:defRPr>
            </a:lvl2pPr>
            <a:lvl3pPr lvl="2">
              <a:lnSpc>
                <a:spcPct val="115000"/>
              </a:lnSpc>
              <a:spcBef>
                <a:spcPts val="0"/>
              </a:spcBef>
              <a:spcAft>
                <a:spcPts val="0"/>
              </a:spcAft>
              <a:buSzPts val="2800"/>
              <a:buNone/>
              <a:defRPr sz="3900">
                <a:highlight>
                  <a:schemeClr val="accent5"/>
                </a:highlight>
              </a:defRPr>
            </a:lvl3pPr>
            <a:lvl4pPr lvl="3">
              <a:lnSpc>
                <a:spcPct val="115000"/>
              </a:lnSpc>
              <a:spcBef>
                <a:spcPts val="0"/>
              </a:spcBef>
              <a:spcAft>
                <a:spcPts val="0"/>
              </a:spcAft>
              <a:buSzPts val="2800"/>
              <a:buNone/>
              <a:defRPr sz="3900">
                <a:highlight>
                  <a:schemeClr val="accent5"/>
                </a:highlight>
              </a:defRPr>
            </a:lvl4pPr>
            <a:lvl5pPr lvl="4">
              <a:lnSpc>
                <a:spcPct val="115000"/>
              </a:lnSpc>
              <a:spcBef>
                <a:spcPts val="0"/>
              </a:spcBef>
              <a:spcAft>
                <a:spcPts val="0"/>
              </a:spcAft>
              <a:buSzPts val="2800"/>
              <a:buNone/>
              <a:defRPr sz="3900">
                <a:highlight>
                  <a:schemeClr val="accent5"/>
                </a:highlight>
              </a:defRPr>
            </a:lvl5pPr>
            <a:lvl6pPr lvl="5">
              <a:lnSpc>
                <a:spcPct val="115000"/>
              </a:lnSpc>
              <a:spcBef>
                <a:spcPts val="0"/>
              </a:spcBef>
              <a:spcAft>
                <a:spcPts val="0"/>
              </a:spcAft>
              <a:buSzPts val="2800"/>
              <a:buNone/>
              <a:defRPr sz="3900">
                <a:highlight>
                  <a:schemeClr val="accent5"/>
                </a:highlight>
              </a:defRPr>
            </a:lvl6pPr>
            <a:lvl7pPr lvl="6">
              <a:lnSpc>
                <a:spcPct val="115000"/>
              </a:lnSpc>
              <a:spcBef>
                <a:spcPts val="0"/>
              </a:spcBef>
              <a:spcAft>
                <a:spcPts val="0"/>
              </a:spcAft>
              <a:buSzPts val="2800"/>
              <a:buNone/>
              <a:defRPr sz="3900">
                <a:highlight>
                  <a:schemeClr val="accent5"/>
                </a:highlight>
              </a:defRPr>
            </a:lvl7pPr>
            <a:lvl8pPr lvl="7">
              <a:lnSpc>
                <a:spcPct val="115000"/>
              </a:lnSpc>
              <a:spcBef>
                <a:spcPts val="0"/>
              </a:spcBef>
              <a:spcAft>
                <a:spcPts val="0"/>
              </a:spcAft>
              <a:buSzPts val="2800"/>
              <a:buNone/>
              <a:defRPr sz="3900">
                <a:highlight>
                  <a:schemeClr val="accent5"/>
                </a:highlight>
              </a:defRPr>
            </a:lvl8pPr>
            <a:lvl9pPr lvl="8">
              <a:lnSpc>
                <a:spcPct val="115000"/>
              </a:lnSpc>
              <a:spcBef>
                <a:spcPts val="0"/>
              </a:spcBef>
              <a:spcAft>
                <a:spcPts val="0"/>
              </a:spcAft>
              <a:buSzPts val="2800"/>
              <a:buNone/>
              <a:defRPr sz="3900">
                <a:highlight>
                  <a:schemeClr val="accent5"/>
                </a:highlight>
              </a:defRPr>
            </a:lvl9pPr>
          </a:lstStyle>
          <a:p/>
        </p:txBody>
      </p:sp>
      <p:grpSp>
        <p:nvGrpSpPr>
          <p:cNvPr id="134" name="Google Shape;134;p9"/>
          <p:cNvGrpSpPr/>
          <p:nvPr/>
        </p:nvGrpSpPr>
        <p:grpSpPr>
          <a:xfrm>
            <a:off x="4430888" y="323039"/>
            <a:ext cx="149937" cy="118964"/>
            <a:chOff x="2601950" y="1974675"/>
            <a:chExt cx="2474200" cy="1963100"/>
          </a:xfrm>
        </p:grpSpPr>
        <p:sp>
          <p:nvSpPr>
            <p:cNvPr id="135" name="Google Shape;135;p9"/>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36" name="Google Shape;136;p9"/>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37" name="Google Shape;137;p9"/>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38" name="Google Shape;138;p9"/>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39" name="Google Shape;139;p9"/>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0" name="Google Shape;140;p9"/>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1" name="Google Shape;141;p9"/>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42" name="Google Shape;142;p9"/>
          <p:cNvGrpSpPr/>
          <p:nvPr/>
        </p:nvGrpSpPr>
        <p:grpSpPr>
          <a:xfrm>
            <a:off x="3680513" y="323039"/>
            <a:ext cx="149937" cy="118964"/>
            <a:chOff x="2601950" y="1974675"/>
            <a:chExt cx="2474200" cy="1963100"/>
          </a:xfrm>
        </p:grpSpPr>
        <p:sp>
          <p:nvSpPr>
            <p:cNvPr id="143" name="Google Shape;143;p9"/>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4" name="Google Shape;144;p9"/>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5" name="Google Shape;145;p9"/>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6" name="Google Shape;146;p9"/>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7" name="Google Shape;147;p9"/>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8" name="Google Shape;148;p9"/>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9" name="Google Shape;149;p9"/>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50" name="Google Shape;150;p9"/>
          <p:cNvGrpSpPr/>
          <p:nvPr/>
        </p:nvGrpSpPr>
        <p:grpSpPr>
          <a:xfrm>
            <a:off x="4062602" y="323039"/>
            <a:ext cx="149940" cy="118971"/>
            <a:chOff x="4062602" y="323039"/>
            <a:chExt cx="149940" cy="118971"/>
          </a:xfrm>
        </p:grpSpPr>
        <p:sp>
          <p:nvSpPr>
            <p:cNvPr id="151" name="Google Shape;151;p9"/>
            <p:cNvSpPr/>
            <p:nvPr/>
          </p:nvSpPr>
          <p:spPr>
            <a:xfrm>
              <a:off x="4062602"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52" name="Google Shape;152;p9"/>
            <p:cNvSpPr/>
            <p:nvPr/>
          </p:nvSpPr>
          <p:spPr>
            <a:xfrm>
              <a:off x="4174877"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53" name="Google Shape;153;p9"/>
            <p:cNvSpPr/>
            <p:nvPr/>
          </p:nvSpPr>
          <p:spPr>
            <a:xfrm>
              <a:off x="4062605" y="404350"/>
              <a:ext cx="149937" cy="3766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1_1_1_1_1_1_1_1_1_1_2_2">
    <p:bg>
      <p:bgPr>
        <a:solidFill>
          <a:schemeClr val="accent4"/>
        </a:solidFill>
      </p:bgPr>
    </p:bg>
    <p:spTree>
      <p:nvGrpSpPr>
        <p:cNvPr id="154" name="Shape 154"/>
        <p:cNvGrpSpPr/>
        <p:nvPr/>
      </p:nvGrpSpPr>
      <p:grpSpPr>
        <a:xfrm>
          <a:off x="0" y="0"/>
          <a:ext cx="0" cy="0"/>
          <a:chOff x="0" y="0"/>
          <a:chExt cx="0" cy="0"/>
        </a:xfrm>
      </p:grpSpPr>
      <p:sp>
        <p:nvSpPr>
          <p:cNvPr id="155" name="Google Shape;155;p10"/>
          <p:cNvSpPr txBox="1"/>
          <p:nvPr>
            <p:ph type="title"/>
          </p:nvPr>
        </p:nvSpPr>
        <p:spPr>
          <a:xfrm>
            <a:off x="245425" y="1563575"/>
            <a:ext cx="3155400" cy="948300"/>
          </a:xfrm>
          <a:prstGeom prst="rect">
            <a:avLst/>
          </a:prstGeom>
        </p:spPr>
        <p:txBody>
          <a:bodyPr anchorCtr="0" anchor="t" bIns="0" lIns="0" spcFirstLastPara="1" rIns="0" wrap="square" tIns="0">
            <a:noAutofit/>
          </a:bodyPr>
          <a:lstStyle>
            <a:lvl1pPr lvl="0">
              <a:spcBef>
                <a:spcPts val="0"/>
              </a:spcBef>
              <a:spcAft>
                <a:spcPts val="0"/>
              </a:spcAft>
              <a:buSzPts val="2800"/>
              <a:buNone/>
              <a:defRPr sz="1000">
                <a:latin typeface="Space Grotesk"/>
                <a:ea typeface="Space Grotesk"/>
                <a:cs typeface="Space Grotesk"/>
                <a:sym typeface="Space Grotesk"/>
              </a:defRPr>
            </a:lvl1pPr>
            <a:lvl2pPr lvl="1">
              <a:spcBef>
                <a:spcPts val="0"/>
              </a:spcBef>
              <a:spcAft>
                <a:spcPts val="0"/>
              </a:spcAft>
              <a:buSzPts val="2800"/>
              <a:buNone/>
              <a:defRPr sz="1000">
                <a:latin typeface="Space Grotesk"/>
                <a:ea typeface="Space Grotesk"/>
                <a:cs typeface="Space Grotesk"/>
                <a:sym typeface="Space Grotesk"/>
              </a:defRPr>
            </a:lvl2pPr>
            <a:lvl3pPr lvl="2">
              <a:spcBef>
                <a:spcPts val="0"/>
              </a:spcBef>
              <a:spcAft>
                <a:spcPts val="0"/>
              </a:spcAft>
              <a:buSzPts val="2800"/>
              <a:buNone/>
              <a:defRPr sz="1000">
                <a:latin typeface="Space Grotesk"/>
                <a:ea typeface="Space Grotesk"/>
                <a:cs typeface="Space Grotesk"/>
                <a:sym typeface="Space Grotesk"/>
              </a:defRPr>
            </a:lvl3pPr>
            <a:lvl4pPr lvl="3">
              <a:spcBef>
                <a:spcPts val="0"/>
              </a:spcBef>
              <a:spcAft>
                <a:spcPts val="0"/>
              </a:spcAft>
              <a:buSzPts val="2800"/>
              <a:buNone/>
              <a:defRPr sz="1000">
                <a:latin typeface="Space Grotesk"/>
                <a:ea typeface="Space Grotesk"/>
                <a:cs typeface="Space Grotesk"/>
                <a:sym typeface="Space Grotesk"/>
              </a:defRPr>
            </a:lvl4pPr>
            <a:lvl5pPr lvl="4">
              <a:spcBef>
                <a:spcPts val="0"/>
              </a:spcBef>
              <a:spcAft>
                <a:spcPts val="0"/>
              </a:spcAft>
              <a:buSzPts val="2800"/>
              <a:buNone/>
              <a:defRPr sz="1000">
                <a:latin typeface="Space Grotesk"/>
                <a:ea typeface="Space Grotesk"/>
                <a:cs typeface="Space Grotesk"/>
                <a:sym typeface="Space Grotesk"/>
              </a:defRPr>
            </a:lvl5pPr>
            <a:lvl6pPr lvl="5">
              <a:spcBef>
                <a:spcPts val="0"/>
              </a:spcBef>
              <a:spcAft>
                <a:spcPts val="0"/>
              </a:spcAft>
              <a:buSzPts val="2800"/>
              <a:buNone/>
              <a:defRPr sz="1000">
                <a:latin typeface="Space Grotesk"/>
                <a:ea typeface="Space Grotesk"/>
                <a:cs typeface="Space Grotesk"/>
                <a:sym typeface="Space Grotesk"/>
              </a:defRPr>
            </a:lvl6pPr>
            <a:lvl7pPr lvl="6">
              <a:spcBef>
                <a:spcPts val="0"/>
              </a:spcBef>
              <a:spcAft>
                <a:spcPts val="0"/>
              </a:spcAft>
              <a:buSzPts val="2800"/>
              <a:buNone/>
              <a:defRPr sz="1000">
                <a:latin typeface="Space Grotesk"/>
                <a:ea typeface="Space Grotesk"/>
                <a:cs typeface="Space Grotesk"/>
                <a:sym typeface="Space Grotesk"/>
              </a:defRPr>
            </a:lvl7pPr>
            <a:lvl8pPr lvl="7">
              <a:spcBef>
                <a:spcPts val="0"/>
              </a:spcBef>
              <a:spcAft>
                <a:spcPts val="0"/>
              </a:spcAft>
              <a:buSzPts val="2800"/>
              <a:buNone/>
              <a:defRPr sz="1000">
                <a:latin typeface="Space Grotesk"/>
                <a:ea typeface="Space Grotesk"/>
                <a:cs typeface="Space Grotesk"/>
                <a:sym typeface="Space Grotesk"/>
              </a:defRPr>
            </a:lvl8pPr>
            <a:lvl9pPr lvl="8">
              <a:spcBef>
                <a:spcPts val="0"/>
              </a:spcBef>
              <a:spcAft>
                <a:spcPts val="0"/>
              </a:spcAft>
              <a:buSzPts val="2800"/>
              <a:buNone/>
              <a:defRPr sz="1000">
                <a:latin typeface="Space Grotesk"/>
                <a:ea typeface="Space Grotesk"/>
                <a:cs typeface="Space Grotesk"/>
                <a:sym typeface="Space Grotesk"/>
              </a:defRPr>
            </a:lvl9pPr>
          </a:lstStyle>
          <a:p/>
        </p:txBody>
      </p:sp>
      <p:sp>
        <p:nvSpPr>
          <p:cNvPr id="156" name="Google Shape;156;p10"/>
          <p:cNvSpPr txBox="1"/>
          <p:nvPr>
            <p:ph idx="1" type="subTitle"/>
          </p:nvPr>
        </p:nvSpPr>
        <p:spPr>
          <a:xfrm>
            <a:off x="364813" y="2715814"/>
            <a:ext cx="15279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
        <p:nvSpPr>
          <p:cNvPr id="157" name="Google Shape;157;p10"/>
          <p:cNvSpPr txBox="1"/>
          <p:nvPr>
            <p:ph idx="2" type="subTitle"/>
          </p:nvPr>
        </p:nvSpPr>
        <p:spPr>
          <a:xfrm>
            <a:off x="3320475" y="2715814"/>
            <a:ext cx="15279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
        <p:nvSpPr>
          <p:cNvPr id="158" name="Google Shape;158;p10"/>
          <p:cNvSpPr txBox="1"/>
          <p:nvPr>
            <p:ph idx="3" type="subTitle"/>
          </p:nvPr>
        </p:nvSpPr>
        <p:spPr>
          <a:xfrm>
            <a:off x="6273125" y="2715820"/>
            <a:ext cx="15483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
        <p:nvSpPr>
          <p:cNvPr id="159" name="Google Shape;159;p10"/>
          <p:cNvSpPr/>
          <p:nvPr/>
        </p:nvSpPr>
        <p:spPr>
          <a:xfrm>
            <a:off x="252611" y="253823"/>
            <a:ext cx="1082100" cy="342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0" name="Google Shape;160;p10"/>
          <p:cNvSpPr txBox="1"/>
          <p:nvPr>
            <p:ph idx="4" type="title"/>
          </p:nvPr>
        </p:nvSpPr>
        <p:spPr>
          <a:xfrm>
            <a:off x="252600" y="522925"/>
            <a:ext cx="5295000" cy="8367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3500">
                <a:highlight>
                  <a:schemeClr val="accent5"/>
                </a:highlight>
                <a:latin typeface="Space Grotesk"/>
                <a:ea typeface="Space Grotesk"/>
                <a:cs typeface="Space Grotesk"/>
                <a:sym typeface="Space Grotesk"/>
              </a:defRPr>
            </a:lvl1pPr>
            <a:lvl2pPr lvl="1">
              <a:lnSpc>
                <a:spcPct val="115000"/>
              </a:lnSpc>
              <a:spcBef>
                <a:spcPts val="0"/>
              </a:spcBef>
              <a:spcAft>
                <a:spcPts val="0"/>
              </a:spcAft>
              <a:buSzPts val="2800"/>
              <a:buNone/>
              <a:defRPr sz="3900">
                <a:highlight>
                  <a:schemeClr val="accent5"/>
                </a:highlight>
              </a:defRPr>
            </a:lvl2pPr>
            <a:lvl3pPr lvl="2">
              <a:lnSpc>
                <a:spcPct val="115000"/>
              </a:lnSpc>
              <a:spcBef>
                <a:spcPts val="0"/>
              </a:spcBef>
              <a:spcAft>
                <a:spcPts val="0"/>
              </a:spcAft>
              <a:buSzPts val="2800"/>
              <a:buNone/>
              <a:defRPr sz="3900">
                <a:highlight>
                  <a:schemeClr val="accent5"/>
                </a:highlight>
              </a:defRPr>
            </a:lvl3pPr>
            <a:lvl4pPr lvl="3">
              <a:lnSpc>
                <a:spcPct val="115000"/>
              </a:lnSpc>
              <a:spcBef>
                <a:spcPts val="0"/>
              </a:spcBef>
              <a:spcAft>
                <a:spcPts val="0"/>
              </a:spcAft>
              <a:buSzPts val="2800"/>
              <a:buNone/>
              <a:defRPr sz="3900">
                <a:highlight>
                  <a:schemeClr val="accent5"/>
                </a:highlight>
              </a:defRPr>
            </a:lvl4pPr>
            <a:lvl5pPr lvl="4">
              <a:lnSpc>
                <a:spcPct val="115000"/>
              </a:lnSpc>
              <a:spcBef>
                <a:spcPts val="0"/>
              </a:spcBef>
              <a:spcAft>
                <a:spcPts val="0"/>
              </a:spcAft>
              <a:buSzPts val="2800"/>
              <a:buNone/>
              <a:defRPr sz="3900">
                <a:highlight>
                  <a:schemeClr val="accent5"/>
                </a:highlight>
              </a:defRPr>
            </a:lvl5pPr>
            <a:lvl6pPr lvl="5">
              <a:lnSpc>
                <a:spcPct val="115000"/>
              </a:lnSpc>
              <a:spcBef>
                <a:spcPts val="0"/>
              </a:spcBef>
              <a:spcAft>
                <a:spcPts val="0"/>
              </a:spcAft>
              <a:buSzPts val="2800"/>
              <a:buNone/>
              <a:defRPr sz="3900">
                <a:highlight>
                  <a:schemeClr val="accent5"/>
                </a:highlight>
              </a:defRPr>
            </a:lvl6pPr>
            <a:lvl7pPr lvl="6">
              <a:lnSpc>
                <a:spcPct val="115000"/>
              </a:lnSpc>
              <a:spcBef>
                <a:spcPts val="0"/>
              </a:spcBef>
              <a:spcAft>
                <a:spcPts val="0"/>
              </a:spcAft>
              <a:buSzPts val="2800"/>
              <a:buNone/>
              <a:defRPr sz="3900">
                <a:highlight>
                  <a:schemeClr val="accent5"/>
                </a:highlight>
              </a:defRPr>
            </a:lvl7pPr>
            <a:lvl8pPr lvl="7">
              <a:lnSpc>
                <a:spcPct val="115000"/>
              </a:lnSpc>
              <a:spcBef>
                <a:spcPts val="0"/>
              </a:spcBef>
              <a:spcAft>
                <a:spcPts val="0"/>
              </a:spcAft>
              <a:buSzPts val="2800"/>
              <a:buNone/>
              <a:defRPr sz="3900">
                <a:highlight>
                  <a:schemeClr val="accent5"/>
                </a:highlight>
              </a:defRPr>
            </a:lvl8pPr>
            <a:lvl9pPr lvl="8">
              <a:lnSpc>
                <a:spcPct val="115000"/>
              </a:lnSpc>
              <a:spcBef>
                <a:spcPts val="0"/>
              </a:spcBef>
              <a:spcAft>
                <a:spcPts val="0"/>
              </a:spcAft>
              <a:buSzPts val="2800"/>
              <a:buNone/>
              <a:defRPr sz="3900">
                <a:highlight>
                  <a:schemeClr val="accent5"/>
                </a:highlight>
              </a:defRPr>
            </a:lvl9pPr>
          </a:lstStyle>
          <a:p/>
        </p:txBody>
      </p:sp>
      <p:grpSp>
        <p:nvGrpSpPr>
          <p:cNvPr id="161" name="Google Shape;161;p10"/>
          <p:cNvGrpSpPr/>
          <p:nvPr/>
        </p:nvGrpSpPr>
        <p:grpSpPr>
          <a:xfrm>
            <a:off x="1093863" y="323039"/>
            <a:ext cx="149937" cy="118964"/>
            <a:chOff x="2601950" y="1974675"/>
            <a:chExt cx="2474200" cy="1963100"/>
          </a:xfrm>
        </p:grpSpPr>
        <p:sp>
          <p:nvSpPr>
            <p:cNvPr id="162" name="Google Shape;162;p10"/>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3" name="Google Shape;163;p10"/>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4" name="Google Shape;164;p10"/>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5" name="Google Shape;165;p10"/>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6" name="Google Shape;166;p10"/>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7" name="Google Shape;167;p10"/>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8" name="Google Shape;168;p10"/>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69" name="Google Shape;169;p10"/>
          <p:cNvGrpSpPr/>
          <p:nvPr/>
        </p:nvGrpSpPr>
        <p:grpSpPr>
          <a:xfrm>
            <a:off x="343488" y="323039"/>
            <a:ext cx="149937" cy="118964"/>
            <a:chOff x="2601950" y="1974675"/>
            <a:chExt cx="2474200" cy="1963100"/>
          </a:xfrm>
        </p:grpSpPr>
        <p:sp>
          <p:nvSpPr>
            <p:cNvPr id="170" name="Google Shape;170;p10"/>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1" name="Google Shape;171;p10"/>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2" name="Google Shape;172;p10"/>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3" name="Google Shape;173;p10"/>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4" name="Google Shape;174;p10"/>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5" name="Google Shape;175;p10"/>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6" name="Google Shape;176;p10"/>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77" name="Google Shape;177;p10"/>
          <p:cNvGrpSpPr/>
          <p:nvPr/>
        </p:nvGrpSpPr>
        <p:grpSpPr>
          <a:xfrm>
            <a:off x="725577" y="323039"/>
            <a:ext cx="149940" cy="118971"/>
            <a:chOff x="4062602" y="323039"/>
            <a:chExt cx="149940" cy="118971"/>
          </a:xfrm>
        </p:grpSpPr>
        <p:sp>
          <p:nvSpPr>
            <p:cNvPr id="178" name="Google Shape;178;p10"/>
            <p:cNvSpPr/>
            <p:nvPr/>
          </p:nvSpPr>
          <p:spPr>
            <a:xfrm>
              <a:off x="4062602"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9" name="Google Shape;179;p10"/>
            <p:cNvSpPr/>
            <p:nvPr/>
          </p:nvSpPr>
          <p:spPr>
            <a:xfrm>
              <a:off x="4174877"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0" name="Google Shape;180;p10"/>
            <p:cNvSpPr/>
            <p:nvPr/>
          </p:nvSpPr>
          <p:spPr>
            <a:xfrm>
              <a:off x="4062605" y="404350"/>
              <a:ext cx="149937" cy="3766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
        <p:nvSpPr>
          <p:cNvPr id="181" name="Google Shape;181;p10"/>
          <p:cNvSpPr txBox="1"/>
          <p:nvPr>
            <p:ph idx="5" type="body"/>
          </p:nvPr>
        </p:nvSpPr>
        <p:spPr>
          <a:xfrm>
            <a:off x="364813" y="3126450"/>
            <a:ext cx="24717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82" name="Google Shape;182;p10"/>
          <p:cNvSpPr txBox="1"/>
          <p:nvPr>
            <p:ph idx="6" type="body"/>
          </p:nvPr>
        </p:nvSpPr>
        <p:spPr>
          <a:xfrm>
            <a:off x="3320475" y="3126450"/>
            <a:ext cx="24717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83" name="Google Shape;183;p10"/>
          <p:cNvSpPr txBox="1"/>
          <p:nvPr>
            <p:ph idx="7" type="body"/>
          </p:nvPr>
        </p:nvSpPr>
        <p:spPr>
          <a:xfrm>
            <a:off x="6273125" y="3126453"/>
            <a:ext cx="24435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bg>
      <p:bgPr>
        <a:solidFill>
          <a:schemeClr val="dk1"/>
        </a:solidFill>
      </p:bgPr>
    </p:bg>
    <p:spTree>
      <p:nvGrpSpPr>
        <p:cNvPr id="184" name="Shape 184"/>
        <p:cNvGrpSpPr/>
        <p:nvPr/>
      </p:nvGrpSpPr>
      <p:grpSpPr>
        <a:xfrm>
          <a:off x="0" y="0"/>
          <a:ext cx="0" cy="0"/>
          <a:chOff x="0" y="0"/>
          <a:chExt cx="0" cy="0"/>
        </a:xfrm>
      </p:grpSpPr>
      <p:sp>
        <p:nvSpPr>
          <p:cNvPr id="185" name="Google Shape;185;p11"/>
          <p:cNvSpPr txBox="1"/>
          <p:nvPr>
            <p:ph type="title"/>
          </p:nvPr>
        </p:nvSpPr>
        <p:spPr>
          <a:xfrm>
            <a:off x="221375" y="223900"/>
            <a:ext cx="6668100" cy="466800"/>
          </a:xfrm>
          <a:prstGeom prst="rect">
            <a:avLst/>
          </a:prstGeom>
        </p:spPr>
        <p:txBody>
          <a:bodyPr anchorCtr="0" anchor="t" bIns="0" lIns="0" spcFirstLastPara="1" rIns="0" wrap="square" tIns="0">
            <a:normAutofit/>
          </a:bodyPr>
          <a:lstStyle>
            <a:lvl1pPr lvl="0">
              <a:lnSpc>
                <a:spcPct val="80000"/>
              </a:lnSpc>
              <a:spcBef>
                <a:spcPts val="0"/>
              </a:spcBef>
              <a:spcAft>
                <a:spcPts val="0"/>
              </a:spcAft>
              <a:buClr>
                <a:schemeClr val="lt2"/>
              </a:buClr>
              <a:buSzPts val="3500"/>
              <a:buFont typeface="Space Grotesk"/>
              <a:buNone/>
              <a:defRPr sz="3500">
                <a:solidFill>
                  <a:schemeClr val="lt2"/>
                </a:solidFill>
                <a:latin typeface="Space Grotesk"/>
                <a:ea typeface="Space Grotesk"/>
                <a:cs typeface="Space Grotesk"/>
                <a:sym typeface="Space Grotesk"/>
              </a:defRPr>
            </a:lvl1pPr>
            <a:lvl2pPr lvl="1">
              <a:lnSpc>
                <a:spcPct val="80000"/>
              </a:lnSpc>
              <a:spcBef>
                <a:spcPts val="0"/>
              </a:spcBef>
              <a:spcAft>
                <a:spcPts val="0"/>
              </a:spcAft>
              <a:buClr>
                <a:schemeClr val="lt2"/>
              </a:buClr>
              <a:buSzPts val="3900"/>
              <a:buNone/>
              <a:defRPr sz="3900">
                <a:solidFill>
                  <a:schemeClr val="lt2"/>
                </a:solidFill>
              </a:defRPr>
            </a:lvl2pPr>
            <a:lvl3pPr lvl="2">
              <a:lnSpc>
                <a:spcPct val="80000"/>
              </a:lnSpc>
              <a:spcBef>
                <a:spcPts val="0"/>
              </a:spcBef>
              <a:spcAft>
                <a:spcPts val="0"/>
              </a:spcAft>
              <a:buClr>
                <a:schemeClr val="lt2"/>
              </a:buClr>
              <a:buSzPts val="3900"/>
              <a:buNone/>
              <a:defRPr sz="3900">
                <a:solidFill>
                  <a:schemeClr val="lt2"/>
                </a:solidFill>
              </a:defRPr>
            </a:lvl3pPr>
            <a:lvl4pPr lvl="3">
              <a:lnSpc>
                <a:spcPct val="80000"/>
              </a:lnSpc>
              <a:spcBef>
                <a:spcPts val="0"/>
              </a:spcBef>
              <a:spcAft>
                <a:spcPts val="0"/>
              </a:spcAft>
              <a:buClr>
                <a:schemeClr val="lt2"/>
              </a:buClr>
              <a:buSzPts val="3900"/>
              <a:buNone/>
              <a:defRPr sz="3900">
                <a:solidFill>
                  <a:schemeClr val="lt2"/>
                </a:solidFill>
              </a:defRPr>
            </a:lvl4pPr>
            <a:lvl5pPr lvl="4">
              <a:lnSpc>
                <a:spcPct val="80000"/>
              </a:lnSpc>
              <a:spcBef>
                <a:spcPts val="0"/>
              </a:spcBef>
              <a:spcAft>
                <a:spcPts val="0"/>
              </a:spcAft>
              <a:buClr>
                <a:schemeClr val="lt2"/>
              </a:buClr>
              <a:buSzPts val="3900"/>
              <a:buNone/>
              <a:defRPr sz="3900">
                <a:solidFill>
                  <a:schemeClr val="lt2"/>
                </a:solidFill>
              </a:defRPr>
            </a:lvl5pPr>
            <a:lvl6pPr lvl="5">
              <a:lnSpc>
                <a:spcPct val="80000"/>
              </a:lnSpc>
              <a:spcBef>
                <a:spcPts val="0"/>
              </a:spcBef>
              <a:spcAft>
                <a:spcPts val="0"/>
              </a:spcAft>
              <a:buClr>
                <a:schemeClr val="lt2"/>
              </a:buClr>
              <a:buSzPts val="3900"/>
              <a:buNone/>
              <a:defRPr sz="3900">
                <a:solidFill>
                  <a:schemeClr val="lt2"/>
                </a:solidFill>
              </a:defRPr>
            </a:lvl6pPr>
            <a:lvl7pPr lvl="6">
              <a:lnSpc>
                <a:spcPct val="80000"/>
              </a:lnSpc>
              <a:spcBef>
                <a:spcPts val="0"/>
              </a:spcBef>
              <a:spcAft>
                <a:spcPts val="0"/>
              </a:spcAft>
              <a:buClr>
                <a:schemeClr val="lt2"/>
              </a:buClr>
              <a:buSzPts val="3900"/>
              <a:buNone/>
              <a:defRPr sz="3900">
                <a:solidFill>
                  <a:schemeClr val="lt2"/>
                </a:solidFill>
              </a:defRPr>
            </a:lvl7pPr>
            <a:lvl8pPr lvl="7">
              <a:lnSpc>
                <a:spcPct val="80000"/>
              </a:lnSpc>
              <a:spcBef>
                <a:spcPts val="0"/>
              </a:spcBef>
              <a:spcAft>
                <a:spcPts val="0"/>
              </a:spcAft>
              <a:buClr>
                <a:schemeClr val="lt2"/>
              </a:buClr>
              <a:buSzPts val="3900"/>
              <a:buNone/>
              <a:defRPr sz="3900">
                <a:solidFill>
                  <a:schemeClr val="lt2"/>
                </a:solidFill>
              </a:defRPr>
            </a:lvl8pPr>
            <a:lvl9pPr lvl="8">
              <a:lnSpc>
                <a:spcPct val="80000"/>
              </a:lnSpc>
              <a:spcBef>
                <a:spcPts val="0"/>
              </a:spcBef>
              <a:spcAft>
                <a:spcPts val="0"/>
              </a:spcAft>
              <a:buClr>
                <a:schemeClr val="lt2"/>
              </a:buClr>
              <a:buSzPts val="3900"/>
              <a:buNone/>
              <a:defRPr sz="3900">
                <a:solidFill>
                  <a:schemeClr val="lt2"/>
                </a:solidFill>
              </a:defRPr>
            </a:lvl9pPr>
          </a:lstStyle>
          <a:p/>
        </p:txBody>
      </p:sp>
      <p:sp>
        <p:nvSpPr>
          <p:cNvPr id="186" name="Google Shape;186;p11"/>
          <p:cNvSpPr txBox="1"/>
          <p:nvPr>
            <p:ph idx="1" type="body"/>
          </p:nvPr>
        </p:nvSpPr>
        <p:spPr>
          <a:xfrm>
            <a:off x="6197276" y="2370325"/>
            <a:ext cx="2416800" cy="2520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187" name="Google Shape;187;p11"/>
          <p:cNvSpPr txBox="1"/>
          <p:nvPr>
            <p:ph idx="2" type="subTitle"/>
          </p:nvPr>
        </p:nvSpPr>
        <p:spPr>
          <a:xfrm>
            <a:off x="3311200" y="1593874"/>
            <a:ext cx="2057700" cy="234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9pPr>
          </a:lstStyle>
          <a:p/>
        </p:txBody>
      </p:sp>
      <p:sp>
        <p:nvSpPr>
          <p:cNvPr id="188" name="Google Shape;188;p11"/>
          <p:cNvSpPr txBox="1"/>
          <p:nvPr>
            <p:ph idx="3" type="subTitle"/>
          </p:nvPr>
        </p:nvSpPr>
        <p:spPr>
          <a:xfrm>
            <a:off x="6294303" y="1593874"/>
            <a:ext cx="2034600" cy="234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9pPr>
          </a:lstStyle>
          <a:p/>
        </p:txBody>
      </p:sp>
      <p:sp>
        <p:nvSpPr>
          <p:cNvPr id="189" name="Google Shape;189;p11"/>
          <p:cNvSpPr txBox="1"/>
          <p:nvPr>
            <p:ph idx="4" type="subTitle"/>
          </p:nvPr>
        </p:nvSpPr>
        <p:spPr>
          <a:xfrm>
            <a:off x="252600" y="809250"/>
            <a:ext cx="2801700" cy="9213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1pPr>
            <a:lvl2pPr lvl="1">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2pPr>
            <a:lvl3pPr lvl="2">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3pPr>
            <a:lvl4pPr lvl="3">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4pPr>
            <a:lvl5pPr lvl="4">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5pPr>
            <a:lvl6pPr lvl="5">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6pPr>
            <a:lvl7pPr lvl="6">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7pPr>
            <a:lvl8pPr lvl="7">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8pPr>
            <a:lvl9pPr lvl="8">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9pPr>
          </a:lstStyle>
          <a:p/>
        </p:txBody>
      </p:sp>
      <p:sp>
        <p:nvSpPr>
          <p:cNvPr id="190" name="Google Shape;190;p11"/>
          <p:cNvSpPr txBox="1"/>
          <p:nvPr>
            <p:ph idx="5" type="body"/>
          </p:nvPr>
        </p:nvSpPr>
        <p:spPr>
          <a:xfrm>
            <a:off x="3224231" y="2370325"/>
            <a:ext cx="2416800" cy="2520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191" name="Google Shape;191;p11"/>
          <p:cNvSpPr txBox="1"/>
          <p:nvPr>
            <p:ph idx="6" type="body"/>
          </p:nvPr>
        </p:nvSpPr>
        <p:spPr>
          <a:xfrm>
            <a:off x="252600" y="2370325"/>
            <a:ext cx="2187000" cy="646200"/>
          </a:xfrm>
          <a:prstGeom prst="rect">
            <a:avLst/>
          </a:prstGeom>
        </p:spPr>
        <p:txBody>
          <a:bodyPr anchorCtr="0" anchor="t" bIns="90000" lIns="0" spcFirstLastPara="1" rIns="0" wrap="square" tIns="0">
            <a:noAutofit/>
          </a:bodyPr>
          <a:lstStyle>
            <a:lvl1pPr indent="-323850" lvl="0" marL="457200">
              <a:lnSpc>
                <a:spcPct val="100000"/>
              </a:lnSpc>
              <a:spcBef>
                <a:spcPts val="0"/>
              </a:spcBef>
              <a:spcAft>
                <a:spcPts val="0"/>
              </a:spcAft>
              <a:buSzPts val="1500"/>
              <a:buFont typeface="Space Grotesk Medium"/>
              <a:buChar char="●"/>
              <a:defRPr sz="1500">
                <a:latin typeface="Space Grotesk Medium"/>
                <a:ea typeface="Space Grotesk Medium"/>
                <a:cs typeface="Space Grotesk Medium"/>
                <a:sym typeface="Space Grotesk Medium"/>
              </a:defRPr>
            </a:lvl1pPr>
            <a:lvl2pPr indent="-323850" lvl="1" marL="9144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2pPr>
            <a:lvl3pPr indent="-323850" lvl="2" marL="13716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3pPr>
            <a:lvl4pPr indent="-323850" lvl="3" marL="18288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4pPr>
            <a:lvl5pPr indent="-323850" lvl="4" marL="22860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5pPr>
            <a:lvl6pPr indent="-323850" lvl="5" marL="27432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6pPr>
            <a:lvl7pPr indent="-323850" lvl="6" marL="32004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7pPr>
            <a:lvl8pPr indent="-323850" lvl="7" marL="36576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8pPr>
            <a:lvl9pPr indent="-323850" lvl="8" marL="4114800">
              <a:spcBef>
                <a:spcPts val="800"/>
              </a:spcBef>
              <a:spcAft>
                <a:spcPts val="800"/>
              </a:spcAft>
              <a:buSzPts val="1500"/>
              <a:buFont typeface="Space Grotesk Medium"/>
              <a:buChar char="■"/>
              <a:defRPr sz="1500">
                <a:latin typeface="Space Grotesk Medium"/>
                <a:ea typeface="Space Grotesk Medium"/>
                <a:cs typeface="Space Grotesk Medium"/>
                <a:sym typeface="Space Grotesk Medium"/>
              </a:defRPr>
            </a:lvl9pPr>
          </a:lstStyle>
          <a:p/>
        </p:txBody>
      </p:sp>
      <p:sp>
        <p:nvSpPr>
          <p:cNvPr id="192" name="Google Shape;192;p11"/>
          <p:cNvSpPr txBox="1"/>
          <p:nvPr>
            <p:ph idx="7" type="body"/>
          </p:nvPr>
        </p:nvSpPr>
        <p:spPr>
          <a:xfrm>
            <a:off x="252600" y="3039157"/>
            <a:ext cx="2118600" cy="876300"/>
          </a:xfrm>
          <a:prstGeom prst="rect">
            <a:avLst/>
          </a:prstGeom>
        </p:spPr>
        <p:txBody>
          <a:bodyPr anchorCtr="0" anchor="t" bIns="9000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Tree>
  </p:cSld>
  <p:clrMapOvr>
    <a:masterClrMapping/>
  </p:clrMapOvr>
  <p:extLst>
    <p:ext uri="{DCECCB84-F9BA-43D5-87BE-67443E8EF086}">
      <p15:sldGuideLst>
        <p15:guide id="1" orient="horz" pos="468">
          <p15:clr>
            <a:srgbClr val="E46962"/>
          </p15:clr>
        </p15:guide>
        <p15:guide id="2" pos="468">
          <p15:clr>
            <a:srgbClr val="E46962"/>
          </p15:clr>
        </p15:guide>
        <p15:guide id="3" pos="5601">
          <p15:clr>
            <a:srgbClr val="E46962"/>
          </p15:clr>
        </p15:guide>
        <p15:guide id="4" orient="horz" pos="3081">
          <p15:clr>
            <a:srgbClr val="E46962"/>
          </p15:clr>
        </p15:guide>
        <p15:guide id="5" pos="159">
          <p15:clr>
            <a:srgbClr val="E46962"/>
          </p15:clr>
        </p15:guide>
        <p15:guide id="6" pos="5292">
          <p15:clr>
            <a:srgbClr val="E46962"/>
          </p15:clr>
        </p15:guide>
        <p15:guide id="7" orient="horz" pos="2772">
          <p15:clr>
            <a:srgbClr val="E46962"/>
          </p15:clr>
        </p15:guide>
        <p15:guide id="8" orient="horz" pos="159">
          <p15:clr>
            <a:srgbClr val="E46962"/>
          </p15:clr>
        </p15:guide>
        <p15:guide id="9" orient="horz" pos="598">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ngo">
  <p:cSld name="BLANK_1_1_1_1_1_1_1_1_1_1_1_1_1_1_2_1_2">
    <p:bg>
      <p:bgPr>
        <a:solidFill>
          <a:schemeClr val="dk1"/>
        </a:solidFill>
      </p:bgPr>
    </p:bg>
    <p:spTree>
      <p:nvGrpSpPr>
        <p:cNvPr id="193" name="Shape 193"/>
        <p:cNvGrpSpPr/>
        <p:nvPr/>
      </p:nvGrpSpPr>
      <p:grpSpPr>
        <a:xfrm>
          <a:off x="0" y="0"/>
          <a:ext cx="0" cy="0"/>
          <a:chOff x="0" y="0"/>
          <a:chExt cx="0" cy="0"/>
        </a:xfrm>
      </p:grpSpPr>
      <p:sp>
        <p:nvSpPr>
          <p:cNvPr id="194" name="Google Shape;194;p12"/>
          <p:cNvSpPr txBox="1"/>
          <p:nvPr>
            <p:ph idx="1" type="subTitle"/>
          </p:nvPr>
        </p:nvSpPr>
        <p:spPr>
          <a:xfrm>
            <a:off x="252600" y="809250"/>
            <a:ext cx="2801700" cy="9213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1pPr>
            <a:lvl2pPr lvl="1">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2pPr>
            <a:lvl3pPr lvl="2">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3pPr>
            <a:lvl4pPr lvl="3">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4pPr>
            <a:lvl5pPr lvl="4">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5pPr>
            <a:lvl6pPr lvl="5">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6pPr>
            <a:lvl7pPr lvl="6">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7pPr>
            <a:lvl8pPr lvl="7">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8pPr>
            <a:lvl9pPr lvl="8">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9pPr>
          </a:lstStyle>
          <a:p/>
        </p:txBody>
      </p:sp>
      <p:sp>
        <p:nvSpPr>
          <p:cNvPr id="195" name="Google Shape;195;p12"/>
          <p:cNvSpPr txBox="1"/>
          <p:nvPr>
            <p:ph idx="2" type="subTitle"/>
          </p:nvPr>
        </p:nvSpPr>
        <p:spPr>
          <a:xfrm>
            <a:off x="252600" y="2831039"/>
            <a:ext cx="2734200" cy="493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500"/>
              <a:buFont typeface="Space Grotesk Medium"/>
              <a:buNone/>
              <a:defRPr sz="1500">
                <a:highlight>
                  <a:schemeClr val="lt2"/>
                </a:highlight>
                <a:latin typeface="Space Grotesk Medium"/>
                <a:ea typeface="Space Grotesk Medium"/>
                <a:cs typeface="Space Grotesk Medium"/>
                <a:sym typeface="Space Grotesk Medium"/>
              </a:defRPr>
            </a:lvl1pPr>
            <a:lvl2pPr lvl="1">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2pPr>
            <a:lvl3pPr lvl="2">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3pPr>
            <a:lvl4pPr lvl="3">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4pPr>
            <a:lvl5pPr lvl="4">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5pPr>
            <a:lvl6pPr lvl="5">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6pPr>
            <a:lvl7pPr lvl="6">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7pPr>
            <a:lvl8pPr lvl="7">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8pPr>
            <a:lvl9pPr lvl="8">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9pPr>
          </a:lstStyle>
          <a:p/>
        </p:txBody>
      </p:sp>
      <p:sp>
        <p:nvSpPr>
          <p:cNvPr id="196" name="Google Shape;196;p12"/>
          <p:cNvSpPr txBox="1"/>
          <p:nvPr>
            <p:ph type="title"/>
          </p:nvPr>
        </p:nvSpPr>
        <p:spPr>
          <a:xfrm>
            <a:off x="7520025" y="9499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197" name="Google Shape;197;p12"/>
          <p:cNvSpPr txBox="1"/>
          <p:nvPr>
            <p:ph idx="3" type="title"/>
          </p:nvPr>
        </p:nvSpPr>
        <p:spPr>
          <a:xfrm>
            <a:off x="4390704" y="23786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198" name="Google Shape;198;p12"/>
          <p:cNvSpPr txBox="1"/>
          <p:nvPr>
            <p:ph idx="4" type="title"/>
          </p:nvPr>
        </p:nvSpPr>
        <p:spPr>
          <a:xfrm>
            <a:off x="5919225" y="226427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199" name="Google Shape;199;p12"/>
          <p:cNvSpPr txBox="1"/>
          <p:nvPr>
            <p:ph idx="5" type="title"/>
          </p:nvPr>
        </p:nvSpPr>
        <p:spPr>
          <a:xfrm>
            <a:off x="7251700" y="23786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00" name="Google Shape;200;p12"/>
          <p:cNvSpPr txBox="1"/>
          <p:nvPr>
            <p:ph idx="6" type="title"/>
          </p:nvPr>
        </p:nvSpPr>
        <p:spPr>
          <a:xfrm>
            <a:off x="4390704" y="390672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1" name="Google Shape;201;p12"/>
          <p:cNvSpPr txBox="1"/>
          <p:nvPr>
            <p:ph idx="7" type="title"/>
          </p:nvPr>
        </p:nvSpPr>
        <p:spPr>
          <a:xfrm>
            <a:off x="5919225" y="376860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02" name="Google Shape;202;p12"/>
          <p:cNvSpPr txBox="1"/>
          <p:nvPr>
            <p:ph idx="8" type="title"/>
          </p:nvPr>
        </p:nvSpPr>
        <p:spPr>
          <a:xfrm>
            <a:off x="7520025" y="364117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5"/>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03" name="Google Shape;203;p12"/>
          <p:cNvSpPr txBox="1"/>
          <p:nvPr>
            <p:ph idx="9" type="title"/>
          </p:nvPr>
        </p:nvSpPr>
        <p:spPr>
          <a:xfrm>
            <a:off x="4390704" y="89807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4"/>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04" name="Google Shape;204;p12"/>
          <p:cNvSpPr txBox="1"/>
          <p:nvPr>
            <p:ph idx="13" type="title"/>
          </p:nvPr>
        </p:nvSpPr>
        <p:spPr>
          <a:xfrm>
            <a:off x="5992500" y="9774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5" name="Google Shape;205;p12"/>
          <p:cNvSpPr txBox="1"/>
          <p:nvPr>
            <p:ph idx="14" type="title"/>
          </p:nvPr>
        </p:nvSpPr>
        <p:spPr>
          <a:xfrm>
            <a:off x="257707" y="3448488"/>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6" name="Google Shape;206;p12"/>
          <p:cNvSpPr txBox="1"/>
          <p:nvPr>
            <p:ph idx="15" type="title"/>
          </p:nvPr>
        </p:nvSpPr>
        <p:spPr>
          <a:xfrm>
            <a:off x="257707" y="3961275"/>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7" name="Google Shape;207;p12"/>
          <p:cNvSpPr txBox="1"/>
          <p:nvPr>
            <p:ph idx="16" type="title"/>
          </p:nvPr>
        </p:nvSpPr>
        <p:spPr>
          <a:xfrm>
            <a:off x="1311836" y="3961287"/>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8" name="Google Shape;208;p12"/>
          <p:cNvSpPr txBox="1"/>
          <p:nvPr>
            <p:ph idx="17" type="title"/>
          </p:nvPr>
        </p:nvSpPr>
        <p:spPr>
          <a:xfrm>
            <a:off x="2365953" y="3961287"/>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9" name="Google Shape;209;p12"/>
          <p:cNvSpPr txBox="1"/>
          <p:nvPr>
            <p:ph idx="18" type="title"/>
          </p:nvPr>
        </p:nvSpPr>
        <p:spPr>
          <a:xfrm>
            <a:off x="257707" y="4474062"/>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0" name="Google Shape;210;p12"/>
          <p:cNvSpPr txBox="1"/>
          <p:nvPr>
            <p:ph idx="19" type="title"/>
          </p:nvPr>
        </p:nvSpPr>
        <p:spPr>
          <a:xfrm>
            <a:off x="1311836" y="4474074"/>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1" name="Google Shape;211;p12"/>
          <p:cNvSpPr txBox="1"/>
          <p:nvPr>
            <p:ph idx="20" type="title"/>
          </p:nvPr>
        </p:nvSpPr>
        <p:spPr>
          <a:xfrm>
            <a:off x="2365953" y="4474074"/>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2" name="Google Shape;212;p12"/>
          <p:cNvSpPr txBox="1"/>
          <p:nvPr>
            <p:ph idx="21" type="title"/>
          </p:nvPr>
        </p:nvSpPr>
        <p:spPr>
          <a:xfrm>
            <a:off x="1313187" y="3448500"/>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3" name="Google Shape;213;p12"/>
          <p:cNvSpPr txBox="1"/>
          <p:nvPr>
            <p:ph idx="22" type="title"/>
          </p:nvPr>
        </p:nvSpPr>
        <p:spPr>
          <a:xfrm>
            <a:off x="2365953" y="3448500"/>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4" name="Google Shape;214;p12"/>
          <p:cNvSpPr txBox="1"/>
          <p:nvPr>
            <p:ph idx="23" type="title"/>
          </p:nvPr>
        </p:nvSpPr>
        <p:spPr>
          <a:xfrm>
            <a:off x="216300" y="226194"/>
            <a:ext cx="4216200" cy="4167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accent5"/>
              </a:buClr>
              <a:buSzPts val="3500"/>
              <a:buFont typeface="Space Grotesk"/>
              <a:buNone/>
              <a:defRPr sz="3500">
                <a:solidFill>
                  <a:schemeClr val="accent5"/>
                </a:solidFill>
                <a:latin typeface="Space Grotesk"/>
                <a:ea typeface="Space Grotesk"/>
                <a:cs typeface="Space Grotesk"/>
                <a:sym typeface="Space Grotesk"/>
              </a:defRPr>
            </a:lvl1pPr>
            <a:lvl2pPr lvl="1">
              <a:lnSpc>
                <a:spcPct val="80000"/>
              </a:lnSpc>
              <a:spcBef>
                <a:spcPts val="0"/>
              </a:spcBef>
              <a:spcAft>
                <a:spcPts val="0"/>
              </a:spcAft>
              <a:buClr>
                <a:schemeClr val="accent5"/>
              </a:buClr>
              <a:buSzPts val="3900"/>
              <a:buFont typeface="Space Grotesk Medium"/>
              <a:buNone/>
              <a:defRPr sz="3900">
                <a:solidFill>
                  <a:schemeClr val="accent5"/>
                </a:solidFill>
              </a:defRPr>
            </a:lvl2pPr>
            <a:lvl3pPr lvl="2">
              <a:lnSpc>
                <a:spcPct val="80000"/>
              </a:lnSpc>
              <a:spcBef>
                <a:spcPts val="0"/>
              </a:spcBef>
              <a:spcAft>
                <a:spcPts val="0"/>
              </a:spcAft>
              <a:buClr>
                <a:schemeClr val="accent5"/>
              </a:buClr>
              <a:buSzPts val="3900"/>
              <a:buFont typeface="Space Grotesk Medium"/>
              <a:buNone/>
              <a:defRPr sz="3900">
                <a:solidFill>
                  <a:schemeClr val="accent5"/>
                </a:solidFill>
              </a:defRPr>
            </a:lvl3pPr>
            <a:lvl4pPr lvl="3">
              <a:lnSpc>
                <a:spcPct val="80000"/>
              </a:lnSpc>
              <a:spcBef>
                <a:spcPts val="0"/>
              </a:spcBef>
              <a:spcAft>
                <a:spcPts val="0"/>
              </a:spcAft>
              <a:buClr>
                <a:schemeClr val="accent5"/>
              </a:buClr>
              <a:buSzPts val="3900"/>
              <a:buFont typeface="Space Grotesk Medium"/>
              <a:buNone/>
              <a:defRPr sz="3900">
                <a:solidFill>
                  <a:schemeClr val="accent5"/>
                </a:solidFill>
              </a:defRPr>
            </a:lvl4pPr>
            <a:lvl5pPr lvl="4">
              <a:lnSpc>
                <a:spcPct val="80000"/>
              </a:lnSpc>
              <a:spcBef>
                <a:spcPts val="0"/>
              </a:spcBef>
              <a:spcAft>
                <a:spcPts val="0"/>
              </a:spcAft>
              <a:buClr>
                <a:schemeClr val="accent5"/>
              </a:buClr>
              <a:buSzPts val="3900"/>
              <a:buFont typeface="Space Grotesk Medium"/>
              <a:buNone/>
              <a:defRPr sz="3900">
                <a:solidFill>
                  <a:schemeClr val="accent5"/>
                </a:solidFill>
              </a:defRPr>
            </a:lvl5pPr>
            <a:lvl6pPr lvl="5">
              <a:lnSpc>
                <a:spcPct val="80000"/>
              </a:lnSpc>
              <a:spcBef>
                <a:spcPts val="0"/>
              </a:spcBef>
              <a:spcAft>
                <a:spcPts val="0"/>
              </a:spcAft>
              <a:buClr>
                <a:schemeClr val="accent5"/>
              </a:buClr>
              <a:buSzPts val="3900"/>
              <a:buFont typeface="Space Grotesk Medium"/>
              <a:buNone/>
              <a:defRPr sz="3900">
                <a:solidFill>
                  <a:schemeClr val="accent5"/>
                </a:solidFill>
              </a:defRPr>
            </a:lvl6pPr>
            <a:lvl7pPr lvl="6">
              <a:lnSpc>
                <a:spcPct val="80000"/>
              </a:lnSpc>
              <a:spcBef>
                <a:spcPts val="0"/>
              </a:spcBef>
              <a:spcAft>
                <a:spcPts val="0"/>
              </a:spcAft>
              <a:buClr>
                <a:schemeClr val="accent5"/>
              </a:buClr>
              <a:buSzPts val="3900"/>
              <a:buFont typeface="Space Grotesk Medium"/>
              <a:buNone/>
              <a:defRPr sz="3900">
                <a:solidFill>
                  <a:schemeClr val="accent5"/>
                </a:solidFill>
              </a:defRPr>
            </a:lvl7pPr>
            <a:lvl8pPr lvl="7">
              <a:lnSpc>
                <a:spcPct val="80000"/>
              </a:lnSpc>
              <a:spcBef>
                <a:spcPts val="0"/>
              </a:spcBef>
              <a:spcAft>
                <a:spcPts val="0"/>
              </a:spcAft>
              <a:buClr>
                <a:schemeClr val="accent5"/>
              </a:buClr>
              <a:buSzPts val="3900"/>
              <a:buFont typeface="Space Grotesk Medium"/>
              <a:buNone/>
              <a:defRPr sz="3900">
                <a:solidFill>
                  <a:schemeClr val="accent5"/>
                </a:solidFill>
              </a:defRPr>
            </a:lvl8pPr>
            <a:lvl9pPr lvl="8">
              <a:lnSpc>
                <a:spcPct val="80000"/>
              </a:lnSpc>
              <a:spcBef>
                <a:spcPts val="0"/>
              </a:spcBef>
              <a:spcAft>
                <a:spcPts val="0"/>
              </a:spcAft>
              <a:buClr>
                <a:schemeClr val="accent5"/>
              </a:buClr>
              <a:buSzPts val="3900"/>
              <a:buFont typeface="Space Grotesk Medium"/>
              <a:buNone/>
              <a:defRPr sz="3900">
                <a:solidFill>
                  <a:schemeClr val="accent5"/>
                </a:solidFill>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p:cSld name="BLANK_1_1_1_1_1_1_1_1_1_1_1_1_1_1_1_1_2">
    <p:bg>
      <p:bgPr>
        <a:solidFill>
          <a:schemeClr val="dk1"/>
        </a:solidFill>
      </p:bgPr>
    </p:bg>
    <p:spTree>
      <p:nvGrpSpPr>
        <p:cNvPr id="215" name="Shape 215"/>
        <p:cNvGrpSpPr/>
        <p:nvPr/>
      </p:nvGrpSpPr>
      <p:grpSpPr>
        <a:xfrm>
          <a:off x="0" y="0"/>
          <a:ext cx="0" cy="0"/>
          <a:chOff x="0" y="0"/>
          <a:chExt cx="0" cy="0"/>
        </a:xfrm>
      </p:grpSpPr>
      <p:sp>
        <p:nvSpPr>
          <p:cNvPr id="216" name="Google Shape;216;p13"/>
          <p:cNvSpPr txBox="1"/>
          <p:nvPr>
            <p:ph type="title"/>
          </p:nvPr>
        </p:nvSpPr>
        <p:spPr>
          <a:xfrm>
            <a:off x="236975" y="4424350"/>
            <a:ext cx="4213800" cy="5421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2800"/>
              <a:buNone/>
              <a:defRPr sz="3500">
                <a:solidFill>
                  <a:schemeClr val="accent5"/>
                </a:solidFill>
              </a:defRPr>
            </a:lvl1pPr>
            <a:lvl2pPr lvl="1">
              <a:lnSpc>
                <a:spcPct val="115000"/>
              </a:lnSpc>
              <a:spcBef>
                <a:spcPts val="0"/>
              </a:spcBef>
              <a:spcAft>
                <a:spcPts val="0"/>
              </a:spcAft>
              <a:buSzPts val="2800"/>
              <a:buNone/>
              <a:defRPr sz="3900">
                <a:solidFill>
                  <a:schemeClr val="accent5"/>
                </a:solidFill>
              </a:defRPr>
            </a:lvl2pPr>
            <a:lvl3pPr lvl="2">
              <a:lnSpc>
                <a:spcPct val="115000"/>
              </a:lnSpc>
              <a:spcBef>
                <a:spcPts val="0"/>
              </a:spcBef>
              <a:spcAft>
                <a:spcPts val="0"/>
              </a:spcAft>
              <a:buSzPts val="2800"/>
              <a:buNone/>
              <a:defRPr sz="3900">
                <a:solidFill>
                  <a:schemeClr val="accent5"/>
                </a:solidFill>
              </a:defRPr>
            </a:lvl3pPr>
            <a:lvl4pPr lvl="3">
              <a:lnSpc>
                <a:spcPct val="115000"/>
              </a:lnSpc>
              <a:spcBef>
                <a:spcPts val="0"/>
              </a:spcBef>
              <a:spcAft>
                <a:spcPts val="0"/>
              </a:spcAft>
              <a:buSzPts val="2800"/>
              <a:buNone/>
              <a:defRPr sz="3900">
                <a:solidFill>
                  <a:schemeClr val="accent5"/>
                </a:solidFill>
              </a:defRPr>
            </a:lvl4pPr>
            <a:lvl5pPr lvl="4">
              <a:lnSpc>
                <a:spcPct val="115000"/>
              </a:lnSpc>
              <a:spcBef>
                <a:spcPts val="0"/>
              </a:spcBef>
              <a:spcAft>
                <a:spcPts val="0"/>
              </a:spcAft>
              <a:buSzPts val="2800"/>
              <a:buNone/>
              <a:defRPr sz="3900">
                <a:solidFill>
                  <a:schemeClr val="accent5"/>
                </a:solidFill>
              </a:defRPr>
            </a:lvl5pPr>
            <a:lvl6pPr lvl="5">
              <a:lnSpc>
                <a:spcPct val="115000"/>
              </a:lnSpc>
              <a:spcBef>
                <a:spcPts val="0"/>
              </a:spcBef>
              <a:spcAft>
                <a:spcPts val="0"/>
              </a:spcAft>
              <a:buSzPts val="2800"/>
              <a:buNone/>
              <a:defRPr sz="3900">
                <a:solidFill>
                  <a:schemeClr val="accent5"/>
                </a:solidFill>
              </a:defRPr>
            </a:lvl6pPr>
            <a:lvl7pPr lvl="6">
              <a:lnSpc>
                <a:spcPct val="115000"/>
              </a:lnSpc>
              <a:spcBef>
                <a:spcPts val="0"/>
              </a:spcBef>
              <a:spcAft>
                <a:spcPts val="0"/>
              </a:spcAft>
              <a:buSzPts val="2800"/>
              <a:buNone/>
              <a:defRPr sz="3900">
                <a:solidFill>
                  <a:schemeClr val="accent5"/>
                </a:solidFill>
              </a:defRPr>
            </a:lvl7pPr>
            <a:lvl8pPr lvl="7">
              <a:lnSpc>
                <a:spcPct val="115000"/>
              </a:lnSpc>
              <a:spcBef>
                <a:spcPts val="0"/>
              </a:spcBef>
              <a:spcAft>
                <a:spcPts val="0"/>
              </a:spcAft>
              <a:buSzPts val="2800"/>
              <a:buNone/>
              <a:defRPr sz="3900">
                <a:solidFill>
                  <a:schemeClr val="accent5"/>
                </a:solidFill>
              </a:defRPr>
            </a:lvl8pPr>
            <a:lvl9pPr lvl="8">
              <a:lnSpc>
                <a:spcPct val="115000"/>
              </a:lnSpc>
              <a:spcBef>
                <a:spcPts val="0"/>
              </a:spcBef>
              <a:spcAft>
                <a:spcPts val="0"/>
              </a:spcAft>
              <a:buSzPts val="2800"/>
              <a:buNone/>
              <a:defRPr sz="3900">
                <a:solidFill>
                  <a:schemeClr val="accent5"/>
                </a:solidFill>
              </a:defRPr>
            </a:lvl9pPr>
          </a:lstStyle>
          <a:p/>
        </p:txBody>
      </p:sp>
      <p:sp>
        <p:nvSpPr>
          <p:cNvPr id="217" name="Google Shape;217;p13"/>
          <p:cNvSpPr txBox="1"/>
          <p:nvPr>
            <p:ph idx="1" type="subTitle"/>
          </p:nvPr>
        </p:nvSpPr>
        <p:spPr>
          <a:xfrm>
            <a:off x="6248450" y="4424346"/>
            <a:ext cx="2847300" cy="4665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9pPr>
          </a:lstStyle>
          <a:p/>
        </p:txBody>
      </p:sp>
      <p:sp>
        <p:nvSpPr>
          <p:cNvPr id="218" name="Google Shape;218;p13"/>
          <p:cNvSpPr txBox="1"/>
          <p:nvPr>
            <p:ph idx="2" type="subTitle"/>
          </p:nvPr>
        </p:nvSpPr>
        <p:spPr>
          <a:xfrm>
            <a:off x="241825" y="2738350"/>
            <a:ext cx="1869600" cy="1603500"/>
          </a:xfrm>
          <a:prstGeom prst="rect">
            <a:avLst/>
          </a:prstGeom>
        </p:spPr>
        <p:txBody>
          <a:bodyPr anchorCtr="0" anchor="b" bIns="0" lIns="0" spcFirstLastPara="1" rIns="0" wrap="square" tIns="0">
            <a:normAutofit/>
          </a:bodyPr>
          <a:lstStyle>
            <a:lvl1pPr lvl="0">
              <a:lnSpc>
                <a:spcPct val="100000"/>
              </a:lnSpc>
              <a:spcBef>
                <a:spcPts val="0"/>
              </a:spcBef>
              <a:spcAft>
                <a:spcPts val="0"/>
              </a:spcAft>
              <a:buClr>
                <a:schemeClr val="lt2"/>
              </a:buClr>
              <a:buSzPts val="1000"/>
              <a:buFont typeface="Space Grotesk"/>
              <a:buNone/>
              <a:defRPr sz="1000">
                <a:solidFill>
                  <a:schemeClr val="lt2"/>
                </a:solidFill>
              </a:defRPr>
            </a:lvl1pPr>
            <a:lvl2pPr lvl="1">
              <a:lnSpc>
                <a:spcPct val="100000"/>
              </a:lnSpc>
              <a:spcBef>
                <a:spcPts val="0"/>
              </a:spcBef>
              <a:spcAft>
                <a:spcPts val="0"/>
              </a:spcAft>
              <a:buClr>
                <a:schemeClr val="lt2"/>
              </a:buClr>
              <a:buSzPts val="1000"/>
              <a:buFont typeface="Space Grotesk"/>
              <a:buNone/>
              <a:defRPr sz="1000">
                <a:solidFill>
                  <a:schemeClr val="lt2"/>
                </a:solidFill>
              </a:defRPr>
            </a:lvl2pPr>
            <a:lvl3pPr lvl="2">
              <a:lnSpc>
                <a:spcPct val="100000"/>
              </a:lnSpc>
              <a:spcBef>
                <a:spcPts val="0"/>
              </a:spcBef>
              <a:spcAft>
                <a:spcPts val="0"/>
              </a:spcAft>
              <a:buClr>
                <a:schemeClr val="lt2"/>
              </a:buClr>
              <a:buSzPts val="1000"/>
              <a:buFont typeface="Space Grotesk"/>
              <a:buNone/>
              <a:defRPr sz="1000">
                <a:solidFill>
                  <a:schemeClr val="lt2"/>
                </a:solidFill>
              </a:defRPr>
            </a:lvl3pPr>
            <a:lvl4pPr lvl="3">
              <a:lnSpc>
                <a:spcPct val="100000"/>
              </a:lnSpc>
              <a:spcBef>
                <a:spcPts val="0"/>
              </a:spcBef>
              <a:spcAft>
                <a:spcPts val="0"/>
              </a:spcAft>
              <a:buClr>
                <a:schemeClr val="lt2"/>
              </a:buClr>
              <a:buSzPts val="1000"/>
              <a:buFont typeface="Space Grotesk"/>
              <a:buNone/>
              <a:defRPr sz="1000">
                <a:solidFill>
                  <a:schemeClr val="lt2"/>
                </a:solidFill>
              </a:defRPr>
            </a:lvl4pPr>
            <a:lvl5pPr lvl="4">
              <a:lnSpc>
                <a:spcPct val="100000"/>
              </a:lnSpc>
              <a:spcBef>
                <a:spcPts val="0"/>
              </a:spcBef>
              <a:spcAft>
                <a:spcPts val="0"/>
              </a:spcAft>
              <a:buClr>
                <a:schemeClr val="lt2"/>
              </a:buClr>
              <a:buSzPts val="1000"/>
              <a:buFont typeface="Space Grotesk"/>
              <a:buNone/>
              <a:defRPr sz="1000">
                <a:solidFill>
                  <a:schemeClr val="lt2"/>
                </a:solidFill>
              </a:defRPr>
            </a:lvl5pPr>
            <a:lvl6pPr lvl="5">
              <a:lnSpc>
                <a:spcPct val="100000"/>
              </a:lnSpc>
              <a:spcBef>
                <a:spcPts val="0"/>
              </a:spcBef>
              <a:spcAft>
                <a:spcPts val="0"/>
              </a:spcAft>
              <a:buClr>
                <a:schemeClr val="lt2"/>
              </a:buClr>
              <a:buSzPts val="1000"/>
              <a:buFont typeface="Space Grotesk"/>
              <a:buNone/>
              <a:defRPr sz="1000">
                <a:solidFill>
                  <a:schemeClr val="lt2"/>
                </a:solidFill>
              </a:defRPr>
            </a:lvl6pPr>
            <a:lvl7pPr lvl="6">
              <a:lnSpc>
                <a:spcPct val="100000"/>
              </a:lnSpc>
              <a:spcBef>
                <a:spcPts val="0"/>
              </a:spcBef>
              <a:spcAft>
                <a:spcPts val="0"/>
              </a:spcAft>
              <a:buClr>
                <a:schemeClr val="lt2"/>
              </a:buClr>
              <a:buSzPts val="1000"/>
              <a:buFont typeface="Space Grotesk"/>
              <a:buNone/>
              <a:defRPr sz="1000">
                <a:solidFill>
                  <a:schemeClr val="lt2"/>
                </a:solidFill>
              </a:defRPr>
            </a:lvl7pPr>
            <a:lvl8pPr lvl="7">
              <a:lnSpc>
                <a:spcPct val="100000"/>
              </a:lnSpc>
              <a:spcBef>
                <a:spcPts val="0"/>
              </a:spcBef>
              <a:spcAft>
                <a:spcPts val="0"/>
              </a:spcAft>
              <a:buClr>
                <a:schemeClr val="lt2"/>
              </a:buClr>
              <a:buSzPts val="1000"/>
              <a:buFont typeface="Space Grotesk"/>
              <a:buNone/>
              <a:defRPr sz="1000">
                <a:solidFill>
                  <a:schemeClr val="lt2"/>
                </a:solidFill>
              </a:defRPr>
            </a:lvl8pPr>
            <a:lvl9pPr lvl="8">
              <a:lnSpc>
                <a:spcPct val="100000"/>
              </a:lnSpc>
              <a:spcBef>
                <a:spcPts val="0"/>
              </a:spcBef>
              <a:spcAft>
                <a:spcPts val="0"/>
              </a:spcAft>
              <a:buClr>
                <a:schemeClr val="lt2"/>
              </a:buClr>
              <a:buSzPts val="1000"/>
              <a:buFont typeface="Space Grotesk"/>
              <a:buNone/>
              <a:defRPr sz="1000">
                <a:solidFill>
                  <a:schemeClr val="lt2"/>
                </a:solidFill>
              </a:defRPr>
            </a:lvl9pPr>
          </a:lstStyle>
          <a:p/>
        </p:txBody>
      </p:sp>
      <p:grpSp>
        <p:nvGrpSpPr>
          <p:cNvPr id="219" name="Google Shape;219;p13"/>
          <p:cNvGrpSpPr/>
          <p:nvPr/>
        </p:nvGrpSpPr>
        <p:grpSpPr>
          <a:xfrm>
            <a:off x="925470" y="348801"/>
            <a:ext cx="7293054" cy="3993059"/>
            <a:chOff x="238125" y="713000"/>
            <a:chExt cx="7143750" cy="4289000"/>
          </a:xfrm>
        </p:grpSpPr>
        <p:sp>
          <p:nvSpPr>
            <p:cNvPr id="220" name="Google Shape;220;p13"/>
            <p:cNvSpPr/>
            <p:nvPr/>
          </p:nvSpPr>
          <p:spPr>
            <a:xfrm>
              <a:off x="1952625" y="3233400"/>
              <a:ext cx="950200" cy="1768600"/>
            </a:xfrm>
            <a:custGeom>
              <a:rect b="b" l="l" r="r" t="t"/>
              <a:pathLst>
                <a:path extrusionOk="0" h="70744" w="38008">
                  <a:moveTo>
                    <a:pt x="0" y="0"/>
                  </a:moveTo>
                  <a:lnTo>
                    <a:pt x="0" y="3607"/>
                  </a:lnTo>
                  <a:lnTo>
                    <a:pt x="3718" y="3607"/>
                  </a:lnTo>
                  <a:lnTo>
                    <a:pt x="3718" y="11153"/>
                  </a:lnTo>
                  <a:lnTo>
                    <a:pt x="0" y="11153"/>
                  </a:lnTo>
                  <a:lnTo>
                    <a:pt x="0" y="18533"/>
                  </a:lnTo>
                  <a:lnTo>
                    <a:pt x="3773" y="18533"/>
                  </a:lnTo>
                  <a:lnTo>
                    <a:pt x="3773" y="25968"/>
                  </a:lnTo>
                  <a:lnTo>
                    <a:pt x="7602" y="25968"/>
                  </a:lnTo>
                  <a:lnTo>
                    <a:pt x="7602" y="29741"/>
                  </a:lnTo>
                  <a:lnTo>
                    <a:pt x="11375" y="29741"/>
                  </a:lnTo>
                  <a:lnTo>
                    <a:pt x="11375" y="33513"/>
                  </a:lnTo>
                  <a:lnTo>
                    <a:pt x="11375" y="37286"/>
                  </a:lnTo>
                  <a:lnTo>
                    <a:pt x="7602" y="37286"/>
                  </a:lnTo>
                  <a:lnTo>
                    <a:pt x="7602" y="70744"/>
                  </a:lnTo>
                  <a:lnTo>
                    <a:pt x="11375" y="70744"/>
                  </a:lnTo>
                  <a:lnTo>
                    <a:pt x="11375" y="63309"/>
                  </a:lnTo>
                  <a:lnTo>
                    <a:pt x="15203" y="63309"/>
                  </a:lnTo>
                  <a:lnTo>
                    <a:pt x="15203" y="52101"/>
                  </a:lnTo>
                  <a:lnTo>
                    <a:pt x="22805" y="52101"/>
                  </a:lnTo>
                  <a:lnTo>
                    <a:pt x="22805" y="44611"/>
                  </a:lnTo>
                  <a:lnTo>
                    <a:pt x="26578" y="44611"/>
                  </a:lnTo>
                  <a:lnTo>
                    <a:pt x="26578" y="33458"/>
                  </a:lnTo>
                  <a:lnTo>
                    <a:pt x="34235" y="33458"/>
                  </a:lnTo>
                  <a:lnTo>
                    <a:pt x="34235" y="22250"/>
                  </a:lnTo>
                  <a:lnTo>
                    <a:pt x="38008" y="22250"/>
                  </a:lnTo>
                  <a:lnTo>
                    <a:pt x="38008" y="14815"/>
                  </a:lnTo>
                  <a:lnTo>
                    <a:pt x="34235" y="14815"/>
                  </a:lnTo>
                  <a:lnTo>
                    <a:pt x="34235" y="11153"/>
                  </a:lnTo>
                  <a:lnTo>
                    <a:pt x="26578" y="11153"/>
                  </a:lnTo>
                  <a:lnTo>
                    <a:pt x="26578" y="7380"/>
                  </a:lnTo>
                  <a:lnTo>
                    <a:pt x="22749" y="7380"/>
                  </a:lnTo>
                  <a:lnTo>
                    <a:pt x="22749" y="3607"/>
                  </a:lnTo>
                  <a:lnTo>
                    <a:pt x="18976" y="3607"/>
                  </a:lnTo>
                  <a:lnTo>
                    <a:pt x="189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1" name="Google Shape;221;p13"/>
            <p:cNvSpPr/>
            <p:nvPr/>
          </p:nvSpPr>
          <p:spPr>
            <a:xfrm>
              <a:off x="5955875" y="3792400"/>
              <a:ext cx="756025" cy="835100"/>
            </a:xfrm>
            <a:custGeom>
              <a:rect b="b" l="l" r="r" t="t"/>
              <a:pathLst>
                <a:path extrusionOk="0" h="33404" w="30241">
                  <a:moveTo>
                    <a:pt x="11320" y="1"/>
                  </a:moveTo>
                  <a:lnTo>
                    <a:pt x="11320" y="3718"/>
                  </a:lnTo>
                  <a:lnTo>
                    <a:pt x="3719" y="3718"/>
                  </a:lnTo>
                  <a:lnTo>
                    <a:pt x="3719" y="7436"/>
                  </a:lnTo>
                  <a:lnTo>
                    <a:pt x="1" y="7436"/>
                  </a:lnTo>
                  <a:lnTo>
                    <a:pt x="1" y="25968"/>
                  </a:lnTo>
                  <a:lnTo>
                    <a:pt x="3663" y="25968"/>
                  </a:lnTo>
                  <a:lnTo>
                    <a:pt x="3663" y="22361"/>
                  </a:lnTo>
                  <a:lnTo>
                    <a:pt x="15149" y="22361"/>
                  </a:lnTo>
                  <a:lnTo>
                    <a:pt x="15149" y="26024"/>
                  </a:lnTo>
                  <a:lnTo>
                    <a:pt x="18922" y="26024"/>
                  </a:lnTo>
                  <a:lnTo>
                    <a:pt x="18922" y="29741"/>
                  </a:lnTo>
                  <a:lnTo>
                    <a:pt x="22750" y="29741"/>
                  </a:lnTo>
                  <a:lnTo>
                    <a:pt x="22750" y="33403"/>
                  </a:lnTo>
                  <a:lnTo>
                    <a:pt x="26579" y="33403"/>
                  </a:lnTo>
                  <a:lnTo>
                    <a:pt x="26579" y="22251"/>
                  </a:lnTo>
                  <a:lnTo>
                    <a:pt x="30241" y="22251"/>
                  </a:lnTo>
                  <a:lnTo>
                    <a:pt x="30241" y="11098"/>
                  </a:lnTo>
                  <a:lnTo>
                    <a:pt x="26523" y="11098"/>
                  </a:lnTo>
                  <a:lnTo>
                    <a:pt x="26523" y="7381"/>
                  </a:lnTo>
                  <a:lnTo>
                    <a:pt x="22695" y="7381"/>
                  </a:lnTo>
                  <a:lnTo>
                    <a:pt x="22695" y="1"/>
                  </a:lnTo>
                  <a:lnTo>
                    <a:pt x="18866" y="1"/>
                  </a:lnTo>
                  <a:lnTo>
                    <a:pt x="18866" y="3663"/>
                  </a:lnTo>
                  <a:lnTo>
                    <a:pt x="15093" y="3663"/>
                  </a:lnTo>
                  <a:lnTo>
                    <a:pt x="150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2" name="Google Shape;222;p13"/>
            <p:cNvSpPr/>
            <p:nvPr/>
          </p:nvSpPr>
          <p:spPr>
            <a:xfrm>
              <a:off x="5858775" y="3324950"/>
              <a:ext cx="283025" cy="277450"/>
            </a:xfrm>
            <a:custGeom>
              <a:rect b="b" l="l" r="r" t="t"/>
              <a:pathLst>
                <a:path extrusionOk="0" h="11098" w="11321">
                  <a:moveTo>
                    <a:pt x="3774" y="0"/>
                  </a:moveTo>
                  <a:lnTo>
                    <a:pt x="3774" y="3773"/>
                  </a:lnTo>
                  <a:lnTo>
                    <a:pt x="1" y="3773"/>
                  </a:lnTo>
                  <a:lnTo>
                    <a:pt x="1" y="11098"/>
                  </a:lnTo>
                  <a:lnTo>
                    <a:pt x="3774" y="11098"/>
                  </a:lnTo>
                  <a:lnTo>
                    <a:pt x="3774" y="7380"/>
                  </a:lnTo>
                  <a:lnTo>
                    <a:pt x="11320" y="7380"/>
                  </a:lnTo>
                  <a:lnTo>
                    <a:pt x="11320" y="3663"/>
                  </a:lnTo>
                  <a:lnTo>
                    <a:pt x="7492" y="3663"/>
                  </a:lnTo>
                  <a:lnTo>
                    <a:pt x="74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3" name="Google Shape;223;p13"/>
            <p:cNvSpPr/>
            <p:nvPr/>
          </p:nvSpPr>
          <p:spPr>
            <a:xfrm>
              <a:off x="1762575" y="2953200"/>
              <a:ext cx="187300" cy="274675"/>
            </a:xfrm>
            <a:custGeom>
              <a:rect b="b" l="l" r="r" t="t"/>
              <a:pathLst>
                <a:path extrusionOk="0" h="10987" w="7492">
                  <a:moveTo>
                    <a:pt x="0" y="0"/>
                  </a:moveTo>
                  <a:lnTo>
                    <a:pt x="0" y="7380"/>
                  </a:lnTo>
                  <a:lnTo>
                    <a:pt x="3774" y="7380"/>
                  </a:lnTo>
                  <a:lnTo>
                    <a:pt x="3774" y="10987"/>
                  </a:lnTo>
                  <a:lnTo>
                    <a:pt x="7491" y="10987"/>
                  </a:lnTo>
                  <a:lnTo>
                    <a:pt x="7491" y="3662"/>
                  </a:lnTo>
                  <a:lnTo>
                    <a:pt x="3718" y="366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4" name="Google Shape;224;p13"/>
            <p:cNvSpPr/>
            <p:nvPr/>
          </p:nvSpPr>
          <p:spPr>
            <a:xfrm>
              <a:off x="6716050" y="1832400"/>
              <a:ext cx="187275" cy="277450"/>
            </a:xfrm>
            <a:custGeom>
              <a:rect b="b" l="l" r="r" t="t"/>
              <a:pathLst>
                <a:path extrusionOk="0" h="11098" w="7491">
                  <a:moveTo>
                    <a:pt x="3773" y="0"/>
                  </a:moveTo>
                  <a:lnTo>
                    <a:pt x="3773" y="3773"/>
                  </a:lnTo>
                  <a:lnTo>
                    <a:pt x="0" y="3773"/>
                  </a:lnTo>
                  <a:lnTo>
                    <a:pt x="0" y="11098"/>
                  </a:lnTo>
                  <a:lnTo>
                    <a:pt x="3718" y="11098"/>
                  </a:lnTo>
                  <a:lnTo>
                    <a:pt x="3718" y="7380"/>
                  </a:lnTo>
                  <a:lnTo>
                    <a:pt x="7491" y="7380"/>
                  </a:lnTo>
                  <a:lnTo>
                    <a:pt x="74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5" name="Google Shape;225;p13"/>
            <p:cNvSpPr/>
            <p:nvPr/>
          </p:nvSpPr>
          <p:spPr>
            <a:xfrm>
              <a:off x="4524375" y="3886725"/>
              <a:ext cx="91575" cy="274700"/>
            </a:xfrm>
            <a:custGeom>
              <a:rect b="b" l="l" r="r" t="t"/>
              <a:pathLst>
                <a:path extrusionOk="0" h="10988" w="3663">
                  <a:moveTo>
                    <a:pt x="0" y="1"/>
                  </a:moveTo>
                  <a:lnTo>
                    <a:pt x="0" y="10987"/>
                  </a:lnTo>
                  <a:lnTo>
                    <a:pt x="3662" y="10987"/>
                  </a:lnTo>
                  <a:lnTo>
                    <a:pt x="3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6" name="Google Shape;226;p13"/>
            <p:cNvSpPr/>
            <p:nvPr/>
          </p:nvSpPr>
          <p:spPr>
            <a:xfrm>
              <a:off x="5477325" y="807300"/>
              <a:ext cx="187300" cy="181750"/>
            </a:xfrm>
            <a:custGeom>
              <a:rect b="b" l="l" r="r" t="t"/>
              <a:pathLst>
                <a:path extrusionOk="0" h="7270" w="7492">
                  <a:moveTo>
                    <a:pt x="1" y="1"/>
                  </a:moveTo>
                  <a:lnTo>
                    <a:pt x="1" y="7270"/>
                  </a:lnTo>
                  <a:lnTo>
                    <a:pt x="7491" y="7270"/>
                  </a:lnTo>
                  <a:lnTo>
                    <a:pt x="7491" y="3608"/>
                  </a:lnTo>
                  <a:lnTo>
                    <a:pt x="3718" y="3608"/>
                  </a:lnTo>
                  <a:lnTo>
                    <a:pt x="37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7" name="Google Shape;227;p13"/>
            <p:cNvSpPr/>
            <p:nvPr/>
          </p:nvSpPr>
          <p:spPr>
            <a:xfrm>
              <a:off x="1951225" y="2765925"/>
              <a:ext cx="94350" cy="183150"/>
            </a:xfrm>
            <a:custGeom>
              <a:rect b="b" l="l" r="r" t="t"/>
              <a:pathLst>
                <a:path extrusionOk="0" h="7326" w="3774">
                  <a:moveTo>
                    <a:pt x="1" y="1"/>
                  </a:moveTo>
                  <a:lnTo>
                    <a:pt x="1" y="7325"/>
                  </a:lnTo>
                  <a:lnTo>
                    <a:pt x="3774" y="7325"/>
                  </a:lnTo>
                  <a:lnTo>
                    <a:pt x="37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8" name="Google Shape;228;p13"/>
            <p:cNvSpPr/>
            <p:nvPr/>
          </p:nvSpPr>
          <p:spPr>
            <a:xfrm>
              <a:off x="3859925" y="900250"/>
              <a:ext cx="91575" cy="183125"/>
            </a:xfrm>
            <a:custGeom>
              <a:rect b="b" l="l" r="r" t="t"/>
              <a:pathLst>
                <a:path extrusionOk="0" h="7325" w="3663">
                  <a:moveTo>
                    <a:pt x="0" y="0"/>
                  </a:moveTo>
                  <a:lnTo>
                    <a:pt x="0" y="7325"/>
                  </a:lnTo>
                  <a:lnTo>
                    <a:pt x="3552" y="7325"/>
                  </a:lnTo>
                  <a:lnTo>
                    <a:pt x="3607" y="6770"/>
                  </a:lnTo>
                  <a:lnTo>
                    <a:pt x="3663" y="5826"/>
                  </a:lnTo>
                  <a:lnTo>
                    <a:pt x="3663" y="3496"/>
                  </a:lnTo>
                  <a:lnTo>
                    <a:pt x="3607" y="1221"/>
                  </a:lnTo>
                  <a:lnTo>
                    <a:pt x="3552" y="389"/>
                  </a:lnTo>
                  <a:lnTo>
                    <a:pt x="34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9" name="Google Shape;229;p13"/>
            <p:cNvSpPr/>
            <p:nvPr/>
          </p:nvSpPr>
          <p:spPr>
            <a:xfrm>
              <a:off x="7097500" y="4444350"/>
              <a:ext cx="92950" cy="183150"/>
            </a:xfrm>
            <a:custGeom>
              <a:rect b="b" l="l" r="r" t="t"/>
              <a:pathLst>
                <a:path extrusionOk="0" h="7326" w="3718">
                  <a:moveTo>
                    <a:pt x="1" y="1"/>
                  </a:moveTo>
                  <a:lnTo>
                    <a:pt x="1" y="7325"/>
                  </a:lnTo>
                  <a:lnTo>
                    <a:pt x="3718" y="7325"/>
                  </a:lnTo>
                  <a:lnTo>
                    <a:pt x="3718" y="5494"/>
                  </a:lnTo>
                  <a:lnTo>
                    <a:pt x="3718" y="3663"/>
                  </a:lnTo>
                  <a:lnTo>
                    <a:pt x="3718" y="1832"/>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0" name="Google Shape;230;p13"/>
            <p:cNvSpPr/>
            <p:nvPr/>
          </p:nvSpPr>
          <p:spPr>
            <a:xfrm>
              <a:off x="3477075" y="1832400"/>
              <a:ext cx="91575" cy="184525"/>
            </a:xfrm>
            <a:custGeom>
              <a:rect b="b" l="l" r="r" t="t"/>
              <a:pathLst>
                <a:path extrusionOk="0" h="7381" w="3663">
                  <a:moveTo>
                    <a:pt x="1" y="0"/>
                  </a:moveTo>
                  <a:lnTo>
                    <a:pt x="1" y="7380"/>
                  </a:lnTo>
                  <a:lnTo>
                    <a:pt x="3663" y="7380"/>
                  </a:lnTo>
                  <a:lnTo>
                    <a:pt x="36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1" name="Google Shape;231;p13"/>
            <p:cNvSpPr/>
            <p:nvPr/>
          </p:nvSpPr>
          <p:spPr>
            <a:xfrm>
              <a:off x="3191325" y="1553575"/>
              <a:ext cx="187300" cy="88825"/>
            </a:xfrm>
            <a:custGeom>
              <a:rect b="b" l="l" r="r" t="t"/>
              <a:pathLst>
                <a:path extrusionOk="0" h="3553" w="7492">
                  <a:moveTo>
                    <a:pt x="0" y="1"/>
                  </a:moveTo>
                  <a:lnTo>
                    <a:pt x="0" y="3552"/>
                  </a:lnTo>
                  <a:lnTo>
                    <a:pt x="7491" y="3552"/>
                  </a:lnTo>
                  <a:lnTo>
                    <a:pt x="74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2" name="Google Shape;232;p13"/>
            <p:cNvSpPr/>
            <p:nvPr/>
          </p:nvSpPr>
          <p:spPr>
            <a:xfrm>
              <a:off x="6430275" y="3605150"/>
              <a:ext cx="187300" cy="90200"/>
            </a:xfrm>
            <a:custGeom>
              <a:rect b="b" l="l" r="r" t="t"/>
              <a:pathLst>
                <a:path extrusionOk="0" h="3608" w="7492">
                  <a:moveTo>
                    <a:pt x="1" y="0"/>
                  </a:moveTo>
                  <a:lnTo>
                    <a:pt x="1" y="3607"/>
                  </a:lnTo>
                  <a:lnTo>
                    <a:pt x="7492" y="3607"/>
                  </a:lnTo>
                  <a:lnTo>
                    <a:pt x="74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3" name="Google Shape;233;p13"/>
            <p:cNvSpPr/>
            <p:nvPr/>
          </p:nvSpPr>
          <p:spPr>
            <a:xfrm>
              <a:off x="6240250" y="3513600"/>
              <a:ext cx="187300" cy="88800"/>
            </a:xfrm>
            <a:custGeom>
              <a:rect b="b" l="l" r="r" t="t"/>
              <a:pathLst>
                <a:path extrusionOk="0" h="3552" w="7492">
                  <a:moveTo>
                    <a:pt x="0" y="0"/>
                  </a:moveTo>
                  <a:lnTo>
                    <a:pt x="0" y="3552"/>
                  </a:lnTo>
                  <a:lnTo>
                    <a:pt x="7491" y="3552"/>
                  </a:lnTo>
                  <a:lnTo>
                    <a:pt x="74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4" name="Google Shape;234;p13"/>
            <p:cNvSpPr/>
            <p:nvPr/>
          </p:nvSpPr>
          <p:spPr>
            <a:xfrm>
              <a:off x="2142650" y="2953200"/>
              <a:ext cx="92975" cy="88800"/>
            </a:xfrm>
            <a:custGeom>
              <a:rect b="b" l="l" r="r" t="t"/>
              <a:pathLst>
                <a:path extrusionOk="0" h="3552" w="3719">
                  <a:moveTo>
                    <a:pt x="1" y="0"/>
                  </a:moveTo>
                  <a:lnTo>
                    <a:pt x="1" y="3552"/>
                  </a:lnTo>
                  <a:lnTo>
                    <a:pt x="3718" y="355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5" name="Google Shape;235;p13"/>
            <p:cNvSpPr/>
            <p:nvPr/>
          </p:nvSpPr>
          <p:spPr>
            <a:xfrm>
              <a:off x="4048575" y="898875"/>
              <a:ext cx="92975" cy="90175"/>
            </a:xfrm>
            <a:custGeom>
              <a:rect b="b" l="l" r="r" t="t"/>
              <a:pathLst>
                <a:path extrusionOk="0" h="3607" w="3719">
                  <a:moveTo>
                    <a:pt x="1" y="0"/>
                  </a:moveTo>
                  <a:lnTo>
                    <a:pt x="1" y="3607"/>
                  </a:lnTo>
                  <a:lnTo>
                    <a:pt x="3718" y="3607"/>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6" name="Google Shape;236;p13"/>
            <p:cNvSpPr/>
            <p:nvPr/>
          </p:nvSpPr>
          <p:spPr>
            <a:xfrm>
              <a:off x="5191575" y="3233400"/>
              <a:ext cx="92975" cy="88800"/>
            </a:xfrm>
            <a:custGeom>
              <a:rect b="b" l="l" r="r" t="t"/>
              <a:pathLst>
                <a:path extrusionOk="0" h="3552" w="3719">
                  <a:moveTo>
                    <a:pt x="1" y="0"/>
                  </a:moveTo>
                  <a:lnTo>
                    <a:pt x="1" y="3552"/>
                  </a:lnTo>
                  <a:lnTo>
                    <a:pt x="3718" y="355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7" name="Google Shape;237;p13"/>
            <p:cNvSpPr/>
            <p:nvPr/>
          </p:nvSpPr>
          <p:spPr>
            <a:xfrm>
              <a:off x="7001800" y="4631625"/>
              <a:ext cx="91575" cy="90175"/>
            </a:xfrm>
            <a:custGeom>
              <a:rect b="b" l="l" r="r" t="t"/>
              <a:pathLst>
                <a:path extrusionOk="0" h="3607" w="3663">
                  <a:moveTo>
                    <a:pt x="0" y="0"/>
                  </a:moveTo>
                  <a:lnTo>
                    <a:pt x="0" y="3607"/>
                  </a:lnTo>
                  <a:lnTo>
                    <a:pt x="3662" y="3607"/>
                  </a:lnTo>
                  <a:lnTo>
                    <a:pt x="36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8" name="Google Shape;238;p13"/>
            <p:cNvSpPr/>
            <p:nvPr/>
          </p:nvSpPr>
          <p:spPr>
            <a:xfrm>
              <a:off x="5573025" y="3419275"/>
              <a:ext cx="91600" cy="88800"/>
            </a:xfrm>
            <a:custGeom>
              <a:rect b="b" l="l" r="r" t="t"/>
              <a:pathLst>
                <a:path extrusionOk="0" h="3552" w="3664">
                  <a:moveTo>
                    <a:pt x="1" y="0"/>
                  </a:moveTo>
                  <a:lnTo>
                    <a:pt x="1" y="3552"/>
                  </a:lnTo>
                  <a:lnTo>
                    <a:pt x="3663" y="3552"/>
                  </a:lnTo>
                  <a:lnTo>
                    <a:pt x="36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9" name="Google Shape;239;p13"/>
            <p:cNvSpPr/>
            <p:nvPr/>
          </p:nvSpPr>
          <p:spPr>
            <a:xfrm>
              <a:off x="6240250" y="2580050"/>
              <a:ext cx="92975" cy="88825"/>
            </a:xfrm>
            <a:custGeom>
              <a:rect b="b" l="l" r="r" t="t"/>
              <a:pathLst>
                <a:path extrusionOk="0" h="3553" w="3719">
                  <a:moveTo>
                    <a:pt x="0" y="1"/>
                  </a:moveTo>
                  <a:lnTo>
                    <a:pt x="0" y="3552"/>
                  </a:lnTo>
                  <a:lnTo>
                    <a:pt x="3718" y="3552"/>
                  </a:lnTo>
                  <a:lnTo>
                    <a:pt x="37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0" name="Google Shape;240;p13"/>
            <p:cNvSpPr/>
            <p:nvPr/>
          </p:nvSpPr>
          <p:spPr>
            <a:xfrm>
              <a:off x="3381375" y="2018275"/>
              <a:ext cx="91575" cy="90200"/>
            </a:xfrm>
            <a:custGeom>
              <a:rect b="b" l="l" r="r" t="t"/>
              <a:pathLst>
                <a:path extrusionOk="0" h="3608" w="3663">
                  <a:moveTo>
                    <a:pt x="0" y="1"/>
                  </a:moveTo>
                  <a:lnTo>
                    <a:pt x="0" y="3607"/>
                  </a:lnTo>
                  <a:lnTo>
                    <a:pt x="3662" y="3607"/>
                  </a:lnTo>
                  <a:lnTo>
                    <a:pt x="3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1" name="Google Shape;241;p13"/>
            <p:cNvSpPr/>
            <p:nvPr/>
          </p:nvSpPr>
          <p:spPr>
            <a:xfrm>
              <a:off x="1191075" y="993175"/>
              <a:ext cx="91575" cy="90200"/>
            </a:xfrm>
            <a:custGeom>
              <a:rect b="b" l="l" r="r" t="t"/>
              <a:pathLst>
                <a:path extrusionOk="0" h="3608" w="3663">
                  <a:moveTo>
                    <a:pt x="0" y="1"/>
                  </a:moveTo>
                  <a:lnTo>
                    <a:pt x="0" y="3608"/>
                  </a:lnTo>
                  <a:lnTo>
                    <a:pt x="3663" y="3608"/>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2" name="Google Shape;242;p13"/>
            <p:cNvSpPr/>
            <p:nvPr/>
          </p:nvSpPr>
          <p:spPr>
            <a:xfrm>
              <a:off x="3572775" y="2019650"/>
              <a:ext cx="91600" cy="88825"/>
            </a:xfrm>
            <a:custGeom>
              <a:rect b="b" l="l" r="r" t="t"/>
              <a:pathLst>
                <a:path extrusionOk="0" h="3553" w="3664">
                  <a:moveTo>
                    <a:pt x="1" y="1"/>
                  </a:moveTo>
                  <a:lnTo>
                    <a:pt x="1" y="3552"/>
                  </a:lnTo>
                  <a:lnTo>
                    <a:pt x="3663" y="3552"/>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3" name="Google Shape;243;p13"/>
            <p:cNvSpPr/>
            <p:nvPr/>
          </p:nvSpPr>
          <p:spPr>
            <a:xfrm>
              <a:off x="6908850" y="3976900"/>
              <a:ext cx="88800" cy="92950"/>
            </a:xfrm>
            <a:custGeom>
              <a:rect b="b" l="l" r="r" t="t"/>
              <a:pathLst>
                <a:path extrusionOk="0" h="3718" w="3552">
                  <a:moveTo>
                    <a:pt x="833" y="1"/>
                  </a:moveTo>
                  <a:lnTo>
                    <a:pt x="0" y="56"/>
                  </a:lnTo>
                  <a:lnTo>
                    <a:pt x="0" y="3718"/>
                  </a:lnTo>
                  <a:lnTo>
                    <a:pt x="3552" y="3718"/>
                  </a:lnTo>
                  <a:lnTo>
                    <a:pt x="3552" y="56"/>
                  </a:lnTo>
                  <a:lnTo>
                    <a:pt x="17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4" name="Google Shape;244;p13"/>
            <p:cNvSpPr/>
            <p:nvPr/>
          </p:nvSpPr>
          <p:spPr>
            <a:xfrm>
              <a:off x="4811500" y="1086125"/>
              <a:ext cx="91575" cy="90200"/>
            </a:xfrm>
            <a:custGeom>
              <a:rect b="b" l="l" r="r" t="t"/>
              <a:pathLst>
                <a:path extrusionOk="0" h="3608" w="3663">
                  <a:moveTo>
                    <a:pt x="0" y="1"/>
                  </a:moveTo>
                  <a:lnTo>
                    <a:pt x="0" y="3607"/>
                  </a:lnTo>
                  <a:lnTo>
                    <a:pt x="3663" y="3607"/>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5" name="Google Shape;245;p13"/>
            <p:cNvSpPr/>
            <p:nvPr/>
          </p:nvSpPr>
          <p:spPr>
            <a:xfrm>
              <a:off x="5668750" y="3512200"/>
              <a:ext cx="90200" cy="90200"/>
            </a:xfrm>
            <a:custGeom>
              <a:rect b="b" l="l" r="r" t="t"/>
              <a:pathLst>
                <a:path extrusionOk="0" h="3608" w="3608">
                  <a:moveTo>
                    <a:pt x="0" y="1"/>
                  </a:moveTo>
                  <a:lnTo>
                    <a:pt x="0" y="3608"/>
                  </a:lnTo>
                  <a:lnTo>
                    <a:pt x="3607" y="3608"/>
                  </a:lnTo>
                  <a:lnTo>
                    <a:pt x="3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6" name="Google Shape;246;p13"/>
            <p:cNvSpPr/>
            <p:nvPr/>
          </p:nvSpPr>
          <p:spPr>
            <a:xfrm>
              <a:off x="5761700" y="3605150"/>
              <a:ext cx="92950" cy="88800"/>
            </a:xfrm>
            <a:custGeom>
              <a:rect b="b" l="l" r="r" t="t"/>
              <a:pathLst>
                <a:path extrusionOk="0" h="3552" w="3718">
                  <a:moveTo>
                    <a:pt x="56" y="0"/>
                  </a:moveTo>
                  <a:lnTo>
                    <a:pt x="0" y="1776"/>
                  </a:lnTo>
                  <a:lnTo>
                    <a:pt x="56" y="3552"/>
                  </a:lnTo>
                  <a:lnTo>
                    <a:pt x="3718" y="355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7" name="Google Shape;247;p13"/>
            <p:cNvSpPr/>
            <p:nvPr/>
          </p:nvSpPr>
          <p:spPr>
            <a:xfrm>
              <a:off x="4717175" y="805925"/>
              <a:ext cx="90200" cy="91575"/>
            </a:xfrm>
            <a:custGeom>
              <a:rect b="b" l="l" r="r" t="t"/>
              <a:pathLst>
                <a:path extrusionOk="0" h="3663" w="3608">
                  <a:moveTo>
                    <a:pt x="0" y="1"/>
                  </a:moveTo>
                  <a:lnTo>
                    <a:pt x="0" y="3663"/>
                  </a:lnTo>
                  <a:lnTo>
                    <a:pt x="3607" y="3663"/>
                  </a:lnTo>
                  <a:lnTo>
                    <a:pt x="3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8" name="Google Shape;248;p13"/>
            <p:cNvSpPr/>
            <p:nvPr/>
          </p:nvSpPr>
          <p:spPr>
            <a:xfrm>
              <a:off x="4715775" y="1180450"/>
              <a:ext cx="90200" cy="88800"/>
            </a:xfrm>
            <a:custGeom>
              <a:rect b="b" l="l" r="r" t="t"/>
              <a:pathLst>
                <a:path extrusionOk="0" h="3552" w="3608">
                  <a:moveTo>
                    <a:pt x="1" y="0"/>
                  </a:moveTo>
                  <a:lnTo>
                    <a:pt x="1" y="3552"/>
                  </a:lnTo>
                  <a:lnTo>
                    <a:pt x="3608" y="3552"/>
                  </a:lnTo>
                  <a:lnTo>
                    <a:pt x="360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9" name="Google Shape;249;p13"/>
            <p:cNvSpPr/>
            <p:nvPr/>
          </p:nvSpPr>
          <p:spPr>
            <a:xfrm>
              <a:off x="4618700" y="1273375"/>
              <a:ext cx="94350" cy="90200"/>
            </a:xfrm>
            <a:custGeom>
              <a:rect b="b" l="l" r="r" t="t"/>
              <a:pathLst>
                <a:path extrusionOk="0" h="3608" w="3774">
                  <a:moveTo>
                    <a:pt x="0" y="1"/>
                  </a:moveTo>
                  <a:lnTo>
                    <a:pt x="0" y="3608"/>
                  </a:lnTo>
                  <a:lnTo>
                    <a:pt x="3773" y="3608"/>
                  </a:lnTo>
                  <a:lnTo>
                    <a:pt x="3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0" name="Google Shape;250;p13"/>
            <p:cNvSpPr/>
            <p:nvPr/>
          </p:nvSpPr>
          <p:spPr>
            <a:xfrm>
              <a:off x="238125" y="713000"/>
              <a:ext cx="3140500" cy="2329000"/>
            </a:xfrm>
            <a:custGeom>
              <a:rect b="b" l="l" r="r" t="t"/>
              <a:pathLst>
                <a:path extrusionOk="0" h="93160" w="125620">
                  <a:moveTo>
                    <a:pt x="64696" y="18643"/>
                  </a:moveTo>
                  <a:lnTo>
                    <a:pt x="64696" y="22305"/>
                  </a:lnTo>
                  <a:lnTo>
                    <a:pt x="60923" y="22305"/>
                  </a:lnTo>
                  <a:lnTo>
                    <a:pt x="60923" y="18643"/>
                  </a:lnTo>
                  <a:close/>
                  <a:moveTo>
                    <a:pt x="64696" y="26133"/>
                  </a:moveTo>
                  <a:lnTo>
                    <a:pt x="64696" y="29796"/>
                  </a:lnTo>
                  <a:lnTo>
                    <a:pt x="60923" y="29796"/>
                  </a:lnTo>
                  <a:lnTo>
                    <a:pt x="60923" y="26133"/>
                  </a:lnTo>
                  <a:close/>
                  <a:moveTo>
                    <a:pt x="68525" y="0"/>
                  </a:moveTo>
                  <a:lnTo>
                    <a:pt x="68525" y="3718"/>
                  </a:lnTo>
                  <a:lnTo>
                    <a:pt x="57150" y="3718"/>
                  </a:lnTo>
                  <a:lnTo>
                    <a:pt x="57150" y="11097"/>
                  </a:lnTo>
                  <a:lnTo>
                    <a:pt x="64696" y="11097"/>
                  </a:lnTo>
                  <a:lnTo>
                    <a:pt x="64696" y="14926"/>
                  </a:lnTo>
                  <a:lnTo>
                    <a:pt x="53377" y="14926"/>
                  </a:lnTo>
                  <a:lnTo>
                    <a:pt x="53377" y="26078"/>
                  </a:lnTo>
                  <a:lnTo>
                    <a:pt x="57095" y="26078"/>
                  </a:lnTo>
                  <a:lnTo>
                    <a:pt x="57095" y="29796"/>
                  </a:lnTo>
                  <a:lnTo>
                    <a:pt x="53211" y="29796"/>
                  </a:lnTo>
                  <a:lnTo>
                    <a:pt x="53211" y="26078"/>
                  </a:lnTo>
                  <a:lnTo>
                    <a:pt x="49438" y="26078"/>
                  </a:lnTo>
                  <a:lnTo>
                    <a:pt x="49438" y="22416"/>
                  </a:lnTo>
                  <a:lnTo>
                    <a:pt x="41836" y="22416"/>
                  </a:lnTo>
                  <a:lnTo>
                    <a:pt x="41836" y="29740"/>
                  </a:lnTo>
                  <a:lnTo>
                    <a:pt x="38063" y="29740"/>
                  </a:lnTo>
                  <a:lnTo>
                    <a:pt x="38063" y="22250"/>
                  </a:lnTo>
                  <a:lnTo>
                    <a:pt x="41781" y="22250"/>
                  </a:lnTo>
                  <a:lnTo>
                    <a:pt x="41781" y="18698"/>
                  </a:lnTo>
                  <a:lnTo>
                    <a:pt x="34179" y="18698"/>
                  </a:lnTo>
                  <a:lnTo>
                    <a:pt x="34179" y="26133"/>
                  </a:lnTo>
                  <a:lnTo>
                    <a:pt x="26578" y="26133"/>
                  </a:lnTo>
                  <a:lnTo>
                    <a:pt x="26578" y="29796"/>
                  </a:lnTo>
                  <a:lnTo>
                    <a:pt x="22749" y="29796"/>
                  </a:lnTo>
                  <a:lnTo>
                    <a:pt x="22749" y="26133"/>
                  </a:lnTo>
                  <a:lnTo>
                    <a:pt x="3773" y="26133"/>
                  </a:lnTo>
                  <a:lnTo>
                    <a:pt x="3773" y="33569"/>
                  </a:lnTo>
                  <a:lnTo>
                    <a:pt x="0" y="33569"/>
                  </a:lnTo>
                  <a:lnTo>
                    <a:pt x="0" y="44776"/>
                  </a:lnTo>
                  <a:lnTo>
                    <a:pt x="7602" y="44776"/>
                  </a:lnTo>
                  <a:lnTo>
                    <a:pt x="7602" y="48383"/>
                  </a:lnTo>
                  <a:lnTo>
                    <a:pt x="11319" y="48383"/>
                  </a:lnTo>
                  <a:lnTo>
                    <a:pt x="11319" y="44721"/>
                  </a:lnTo>
                  <a:lnTo>
                    <a:pt x="15148" y="44721"/>
                  </a:lnTo>
                  <a:lnTo>
                    <a:pt x="15148" y="41004"/>
                  </a:lnTo>
                  <a:lnTo>
                    <a:pt x="19032" y="41004"/>
                  </a:lnTo>
                  <a:lnTo>
                    <a:pt x="19032" y="44721"/>
                  </a:lnTo>
                  <a:lnTo>
                    <a:pt x="26633" y="44721"/>
                  </a:lnTo>
                  <a:lnTo>
                    <a:pt x="26633" y="52212"/>
                  </a:lnTo>
                  <a:lnTo>
                    <a:pt x="30462" y="52212"/>
                  </a:lnTo>
                  <a:lnTo>
                    <a:pt x="30462" y="55929"/>
                  </a:lnTo>
                  <a:lnTo>
                    <a:pt x="34235" y="55929"/>
                  </a:lnTo>
                  <a:lnTo>
                    <a:pt x="34235" y="60978"/>
                  </a:lnTo>
                  <a:lnTo>
                    <a:pt x="34235" y="65861"/>
                  </a:lnTo>
                  <a:lnTo>
                    <a:pt x="34235" y="68358"/>
                  </a:lnTo>
                  <a:lnTo>
                    <a:pt x="34235" y="70855"/>
                  </a:lnTo>
                  <a:lnTo>
                    <a:pt x="38008" y="70855"/>
                  </a:lnTo>
                  <a:lnTo>
                    <a:pt x="38008" y="74627"/>
                  </a:lnTo>
                  <a:lnTo>
                    <a:pt x="38063" y="78290"/>
                  </a:lnTo>
                  <a:lnTo>
                    <a:pt x="41892" y="78290"/>
                  </a:lnTo>
                  <a:lnTo>
                    <a:pt x="41892" y="85780"/>
                  </a:lnTo>
                  <a:lnTo>
                    <a:pt x="49548" y="85780"/>
                  </a:lnTo>
                  <a:lnTo>
                    <a:pt x="49548" y="93160"/>
                  </a:lnTo>
                  <a:lnTo>
                    <a:pt x="57095" y="93160"/>
                  </a:lnTo>
                  <a:lnTo>
                    <a:pt x="57095" y="82007"/>
                  </a:lnTo>
                  <a:lnTo>
                    <a:pt x="58759" y="82007"/>
                  </a:lnTo>
                  <a:lnTo>
                    <a:pt x="68525" y="82118"/>
                  </a:lnTo>
                  <a:lnTo>
                    <a:pt x="68525" y="78290"/>
                  </a:lnTo>
                  <a:lnTo>
                    <a:pt x="72353" y="78290"/>
                  </a:lnTo>
                  <a:lnTo>
                    <a:pt x="72353" y="74517"/>
                  </a:lnTo>
                  <a:lnTo>
                    <a:pt x="76182" y="74517"/>
                  </a:lnTo>
                  <a:lnTo>
                    <a:pt x="76182" y="67082"/>
                  </a:lnTo>
                  <a:lnTo>
                    <a:pt x="79955" y="67082"/>
                  </a:lnTo>
                  <a:lnTo>
                    <a:pt x="79955" y="63364"/>
                  </a:lnTo>
                  <a:lnTo>
                    <a:pt x="83672" y="63364"/>
                  </a:lnTo>
                  <a:lnTo>
                    <a:pt x="83672" y="59647"/>
                  </a:lnTo>
                  <a:lnTo>
                    <a:pt x="79955" y="59647"/>
                  </a:lnTo>
                  <a:lnTo>
                    <a:pt x="79955" y="55929"/>
                  </a:lnTo>
                  <a:lnTo>
                    <a:pt x="87612" y="55929"/>
                  </a:lnTo>
                  <a:lnTo>
                    <a:pt x="87612" y="59591"/>
                  </a:lnTo>
                  <a:lnTo>
                    <a:pt x="91274" y="59591"/>
                  </a:lnTo>
                  <a:lnTo>
                    <a:pt x="91274" y="52212"/>
                  </a:lnTo>
                  <a:lnTo>
                    <a:pt x="87501" y="52212"/>
                  </a:lnTo>
                  <a:lnTo>
                    <a:pt x="87501" y="44776"/>
                  </a:lnTo>
                  <a:lnTo>
                    <a:pt x="79899" y="44776"/>
                  </a:lnTo>
                  <a:lnTo>
                    <a:pt x="79899" y="41059"/>
                  </a:lnTo>
                  <a:lnTo>
                    <a:pt x="72298" y="41059"/>
                  </a:lnTo>
                  <a:lnTo>
                    <a:pt x="72298" y="55929"/>
                  </a:lnTo>
                  <a:lnTo>
                    <a:pt x="68525" y="55929"/>
                  </a:lnTo>
                  <a:lnTo>
                    <a:pt x="68525" y="48494"/>
                  </a:lnTo>
                  <a:lnTo>
                    <a:pt x="60812" y="48494"/>
                  </a:lnTo>
                  <a:lnTo>
                    <a:pt x="60812" y="44721"/>
                  </a:lnTo>
                  <a:lnTo>
                    <a:pt x="57095" y="44721"/>
                  </a:lnTo>
                  <a:lnTo>
                    <a:pt x="57095" y="40948"/>
                  </a:lnTo>
                  <a:lnTo>
                    <a:pt x="60868" y="40948"/>
                  </a:lnTo>
                  <a:lnTo>
                    <a:pt x="60868" y="37231"/>
                  </a:lnTo>
                  <a:lnTo>
                    <a:pt x="68525" y="37231"/>
                  </a:lnTo>
                  <a:lnTo>
                    <a:pt x="68525" y="26133"/>
                  </a:lnTo>
                  <a:lnTo>
                    <a:pt x="72353" y="26133"/>
                  </a:lnTo>
                  <a:lnTo>
                    <a:pt x="72353" y="37231"/>
                  </a:lnTo>
                  <a:lnTo>
                    <a:pt x="79955" y="37231"/>
                  </a:lnTo>
                  <a:lnTo>
                    <a:pt x="79955" y="40893"/>
                  </a:lnTo>
                  <a:lnTo>
                    <a:pt x="83672" y="40893"/>
                  </a:lnTo>
                  <a:lnTo>
                    <a:pt x="83672" y="29796"/>
                  </a:lnTo>
                  <a:lnTo>
                    <a:pt x="79899" y="29796"/>
                  </a:lnTo>
                  <a:lnTo>
                    <a:pt x="79899" y="26078"/>
                  </a:lnTo>
                  <a:lnTo>
                    <a:pt x="76126" y="26078"/>
                  </a:lnTo>
                  <a:lnTo>
                    <a:pt x="76126" y="22361"/>
                  </a:lnTo>
                  <a:lnTo>
                    <a:pt x="72408" y="22361"/>
                  </a:lnTo>
                  <a:lnTo>
                    <a:pt x="72408" y="11097"/>
                  </a:lnTo>
                  <a:lnTo>
                    <a:pt x="76182" y="11097"/>
                  </a:lnTo>
                  <a:lnTo>
                    <a:pt x="76182" y="7490"/>
                  </a:lnTo>
                  <a:lnTo>
                    <a:pt x="83728" y="7490"/>
                  </a:lnTo>
                  <a:lnTo>
                    <a:pt x="83728" y="11153"/>
                  </a:lnTo>
                  <a:lnTo>
                    <a:pt x="79955" y="11153"/>
                  </a:lnTo>
                  <a:lnTo>
                    <a:pt x="79955" y="13039"/>
                  </a:lnTo>
                  <a:lnTo>
                    <a:pt x="80010" y="14870"/>
                  </a:lnTo>
                  <a:lnTo>
                    <a:pt x="87612" y="14870"/>
                  </a:lnTo>
                  <a:lnTo>
                    <a:pt x="87612" y="18588"/>
                  </a:lnTo>
                  <a:lnTo>
                    <a:pt x="91440" y="18588"/>
                  </a:lnTo>
                  <a:lnTo>
                    <a:pt x="91440" y="37231"/>
                  </a:lnTo>
                  <a:lnTo>
                    <a:pt x="95268" y="37231"/>
                  </a:lnTo>
                  <a:lnTo>
                    <a:pt x="95268" y="40948"/>
                  </a:lnTo>
                  <a:lnTo>
                    <a:pt x="102815" y="40948"/>
                  </a:lnTo>
                  <a:lnTo>
                    <a:pt x="102815" y="33513"/>
                  </a:lnTo>
                  <a:lnTo>
                    <a:pt x="106643" y="33513"/>
                  </a:lnTo>
                  <a:lnTo>
                    <a:pt x="106643" y="29740"/>
                  </a:lnTo>
                  <a:lnTo>
                    <a:pt x="114245" y="29740"/>
                  </a:lnTo>
                  <a:lnTo>
                    <a:pt x="114245" y="26023"/>
                  </a:lnTo>
                  <a:lnTo>
                    <a:pt x="118073" y="26023"/>
                  </a:lnTo>
                  <a:lnTo>
                    <a:pt x="118073" y="18532"/>
                  </a:lnTo>
                  <a:lnTo>
                    <a:pt x="121902" y="18532"/>
                  </a:lnTo>
                  <a:lnTo>
                    <a:pt x="121902" y="7380"/>
                  </a:lnTo>
                  <a:lnTo>
                    <a:pt x="125619" y="7380"/>
                  </a:lnTo>
                  <a:lnTo>
                    <a:pt x="125619" y="3718"/>
                  </a:lnTo>
                  <a:lnTo>
                    <a:pt x="118018" y="3718"/>
                  </a:lnTo>
                  <a:lnTo>
                    <a:pt x="118018" y="55"/>
                  </a:lnTo>
                  <a:lnTo>
                    <a:pt x="95213" y="55"/>
                  </a:lnTo>
                  <a:lnTo>
                    <a:pt x="95213" y="3662"/>
                  </a:lnTo>
                  <a:lnTo>
                    <a:pt x="83728" y="3662"/>
                  </a:lnTo>
                  <a:lnTo>
                    <a:pt x="83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1" name="Google Shape;251;p13"/>
            <p:cNvSpPr/>
            <p:nvPr/>
          </p:nvSpPr>
          <p:spPr>
            <a:xfrm>
              <a:off x="1951225" y="2765925"/>
              <a:ext cx="25" cy="25"/>
            </a:xfrm>
            <a:custGeom>
              <a:rect b="b" l="l" r="r" t="t"/>
              <a:pathLst>
                <a:path extrusionOk="0" h="1" w="1">
                  <a:moveTo>
                    <a:pt x="1" y="1"/>
                  </a:moveTo>
                  <a:lnTo>
                    <a:pt x="1" y="1"/>
                  </a:lnTo>
                  <a:lnTo>
                    <a:pt x="1" y="1"/>
                  </a:lnTo>
                  <a:lnTo>
                    <a:pt x="1" y="1"/>
                  </a:lnTo>
                  <a:lnTo>
                    <a:pt x="1" y="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2" name="Google Shape;252;p13"/>
            <p:cNvSpPr/>
            <p:nvPr/>
          </p:nvSpPr>
          <p:spPr>
            <a:xfrm>
              <a:off x="3285650" y="993175"/>
              <a:ext cx="4096225" cy="3448450"/>
            </a:xfrm>
            <a:custGeom>
              <a:rect b="b" l="l" r="r" t="t"/>
              <a:pathLst>
                <a:path extrusionOk="0" h="137938" w="163849">
                  <a:moveTo>
                    <a:pt x="102815" y="7436"/>
                  </a:moveTo>
                  <a:lnTo>
                    <a:pt x="102815" y="11098"/>
                  </a:lnTo>
                  <a:lnTo>
                    <a:pt x="99042" y="11098"/>
                  </a:lnTo>
                  <a:lnTo>
                    <a:pt x="99042" y="7436"/>
                  </a:lnTo>
                  <a:close/>
                  <a:moveTo>
                    <a:pt x="45610" y="22306"/>
                  </a:moveTo>
                  <a:lnTo>
                    <a:pt x="45610" y="26024"/>
                  </a:lnTo>
                  <a:lnTo>
                    <a:pt x="41948" y="26024"/>
                  </a:lnTo>
                  <a:lnTo>
                    <a:pt x="41948" y="22306"/>
                  </a:lnTo>
                  <a:close/>
                  <a:moveTo>
                    <a:pt x="45665" y="52212"/>
                  </a:moveTo>
                  <a:lnTo>
                    <a:pt x="45665" y="55875"/>
                  </a:lnTo>
                  <a:lnTo>
                    <a:pt x="38119" y="55875"/>
                  </a:lnTo>
                  <a:lnTo>
                    <a:pt x="38119" y="52212"/>
                  </a:lnTo>
                  <a:close/>
                  <a:moveTo>
                    <a:pt x="56929" y="55930"/>
                  </a:moveTo>
                  <a:lnTo>
                    <a:pt x="56929" y="63365"/>
                  </a:lnTo>
                  <a:lnTo>
                    <a:pt x="53322" y="63365"/>
                  </a:lnTo>
                  <a:lnTo>
                    <a:pt x="53322" y="55930"/>
                  </a:lnTo>
                  <a:close/>
                  <a:moveTo>
                    <a:pt x="26634" y="52212"/>
                  </a:moveTo>
                  <a:lnTo>
                    <a:pt x="26634" y="55930"/>
                  </a:lnTo>
                  <a:lnTo>
                    <a:pt x="22916" y="55930"/>
                  </a:lnTo>
                  <a:lnTo>
                    <a:pt x="22916" y="63310"/>
                  </a:lnTo>
                  <a:lnTo>
                    <a:pt x="26634" y="63310"/>
                  </a:lnTo>
                  <a:lnTo>
                    <a:pt x="26634" y="59703"/>
                  </a:lnTo>
                  <a:lnTo>
                    <a:pt x="34291" y="59703"/>
                  </a:lnTo>
                  <a:lnTo>
                    <a:pt x="34291" y="63365"/>
                  </a:lnTo>
                  <a:lnTo>
                    <a:pt x="41837" y="63365"/>
                  </a:lnTo>
                  <a:lnTo>
                    <a:pt x="41837" y="67083"/>
                  </a:lnTo>
                  <a:lnTo>
                    <a:pt x="30518" y="67083"/>
                  </a:lnTo>
                  <a:lnTo>
                    <a:pt x="30518" y="70800"/>
                  </a:lnTo>
                  <a:lnTo>
                    <a:pt x="26634" y="70800"/>
                  </a:lnTo>
                  <a:lnTo>
                    <a:pt x="26634" y="67138"/>
                  </a:lnTo>
                  <a:lnTo>
                    <a:pt x="22861" y="67138"/>
                  </a:lnTo>
                  <a:lnTo>
                    <a:pt x="22861" y="63420"/>
                  </a:lnTo>
                  <a:lnTo>
                    <a:pt x="11431" y="63420"/>
                  </a:lnTo>
                  <a:lnTo>
                    <a:pt x="11431" y="59648"/>
                  </a:lnTo>
                  <a:lnTo>
                    <a:pt x="15204" y="59648"/>
                  </a:lnTo>
                  <a:lnTo>
                    <a:pt x="15204" y="55875"/>
                  </a:lnTo>
                  <a:lnTo>
                    <a:pt x="22805" y="55875"/>
                  </a:lnTo>
                  <a:lnTo>
                    <a:pt x="22805" y="52212"/>
                  </a:lnTo>
                  <a:close/>
                  <a:moveTo>
                    <a:pt x="56929" y="70856"/>
                  </a:moveTo>
                  <a:lnTo>
                    <a:pt x="56929" y="74573"/>
                  </a:lnTo>
                  <a:lnTo>
                    <a:pt x="57095" y="74573"/>
                  </a:lnTo>
                  <a:lnTo>
                    <a:pt x="55264" y="74628"/>
                  </a:lnTo>
                  <a:lnTo>
                    <a:pt x="53322" y="74628"/>
                  </a:lnTo>
                  <a:lnTo>
                    <a:pt x="53322" y="70856"/>
                  </a:lnTo>
                  <a:close/>
                  <a:moveTo>
                    <a:pt x="45665" y="74573"/>
                  </a:moveTo>
                  <a:lnTo>
                    <a:pt x="45665" y="82063"/>
                  </a:lnTo>
                  <a:lnTo>
                    <a:pt x="41948" y="82063"/>
                  </a:lnTo>
                  <a:lnTo>
                    <a:pt x="41948" y="74573"/>
                  </a:lnTo>
                  <a:close/>
                  <a:moveTo>
                    <a:pt x="95269" y="1"/>
                  </a:moveTo>
                  <a:lnTo>
                    <a:pt x="95269" y="3663"/>
                  </a:lnTo>
                  <a:lnTo>
                    <a:pt x="83839" y="3663"/>
                  </a:lnTo>
                  <a:lnTo>
                    <a:pt x="83839" y="7436"/>
                  </a:lnTo>
                  <a:lnTo>
                    <a:pt x="76182" y="7436"/>
                  </a:lnTo>
                  <a:lnTo>
                    <a:pt x="76182" y="11209"/>
                  </a:lnTo>
                  <a:lnTo>
                    <a:pt x="68581" y="11209"/>
                  </a:lnTo>
                  <a:lnTo>
                    <a:pt x="68581" y="18589"/>
                  </a:lnTo>
                  <a:lnTo>
                    <a:pt x="64697" y="18589"/>
                  </a:lnTo>
                  <a:lnTo>
                    <a:pt x="64697" y="14926"/>
                  </a:lnTo>
                  <a:lnTo>
                    <a:pt x="60924" y="14926"/>
                  </a:lnTo>
                  <a:lnTo>
                    <a:pt x="60924" y="18644"/>
                  </a:lnTo>
                  <a:lnTo>
                    <a:pt x="53322" y="18644"/>
                  </a:lnTo>
                  <a:lnTo>
                    <a:pt x="53322" y="22362"/>
                  </a:lnTo>
                  <a:lnTo>
                    <a:pt x="49549" y="22362"/>
                  </a:lnTo>
                  <a:lnTo>
                    <a:pt x="45665" y="22306"/>
                  </a:lnTo>
                  <a:lnTo>
                    <a:pt x="45665" y="18589"/>
                  </a:lnTo>
                  <a:lnTo>
                    <a:pt x="41837" y="18589"/>
                  </a:lnTo>
                  <a:lnTo>
                    <a:pt x="41837" y="14926"/>
                  </a:lnTo>
                  <a:lnTo>
                    <a:pt x="26689" y="14926"/>
                  </a:lnTo>
                  <a:lnTo>
                    <a:pt x="26689" y="18589"/>
                  </a:lnTo>
                  <a:lnTo>
                    <a:pt x="22861" y="18589"/>
                  </a:lnTo>
                  <a:lnTo>
                    <a:pt x="22861" y="26134"/>
                  </a:lnTo>
                  <a:lnTo>
                    <a:pt x="19143" y="26134"/>
                  </a:lnTo>
                  <a:lnTo>
                    <a:pt x="19143" y="33569"/>
                  </a:lnTo>
                  <a:lnTo>
                    <a:pt x="22916" y="33569"/>
                  </a:lnTo>
                  <a:lnTo>
                    <a:pt x="22916" y="37176"/>
                  </a:lnTo>
                  <a:lnTo>
                    <a:pt x="26634" y="37176"/>
                  </a:lnTo>
                  <a:lnTo>
                    <a:pt x="26634" y="26024"/>
                  </a:lnTo>
                  <a:lnTo>
                    <a:pt x="30462" y="26024"/>
                  </a:lnTo>
                  <a:lnTo>
                    <a:pt x="30462" y="22362"/>
                  </a:lnTo>
                  <a:lnTo>
                    <a:pt x="34235" y="22362"/>
                  </a:lnTo>
                  <a:lnTo>
                    <a:pt x="34235" y="26134"/>
                  </a:lnTo>
                  <a:lnTo>
                    <a:pt x="30518" y="26134"/>
                  </a:lnTo>
                  <a:lnTo>
                    <a:pt x="30518" y="33514"/>
                  </a:lnTo>
                  <a:lnTo>
                    <a:pt x="34235" y="33514"/>
                  </a:lnTo>
                  <a:lnTo>
                    <a:pt x="34235" y="37342"/>
                  </a:lnTo>
                  <a:lnTo>
                    <a:pt x="30462" y="37342"/>
                  </a:lnTo>
                  <a:lnTo>
                    <a:pt x="30462" y="40949"/>
                  </a:lnTo>
                  <a:lnTo>
                    <a:pt x="22805" y="40949"/>
                  </a:lnTo>
                  <a:lnTo>
                    <a:pt x="22805" y="37342"/>
                  </a:lnTo>
                  <a:lnTo>
                    <a:pt x="19032" y="37342"/>
                  </a:lnTo>
                  <a:lnTo>
                    <a:pt x="19032" y="44777"/>
                  </a:lnTo>
                  <a:lnTo>
                    <a:pt x="15259" y="44777"/>
                  </a:lnTo>
                  <a:lnTo>
                    <a:pt x="15259" y="48495"/>
                  </a:lnTo>
                  <a:lnTo>
                    <a:pt x="11375" y="48495"/>
                  </a:lnTo>
                  <a:lnTo>
                    <a:pt x="11375" y="55985"/>
                  </a:lnTo>
                  <a:lnTo>
                    <a:pt x="7602" y="55985"/>
                  </a:lnTo>
                  <a:lnTo>
                    <a:pt x="7602" y="67138"/>
                  </a:lnTo>
                  <a:lnTo>
                    <a:pt x="3774" y="67138"/>
                  </a:lnTo>
                  <a:lnTo>
                    <a:pt x="3774" y="74573"/>
                  </a:lnTo>
                  <a:lnTo>
                    <a:pt x="1887" y="74573"/>
                  </a:lnTo>
                  <a:lnTo>
                    <a:pt x="1" y="74628"/>
                  </a:lnTo>
                  <a:lnTo>
                    <a:pt x="1" y="89443"/>
                  </a:lnTo>
                  <a:lnTo>
                    <a:pt x="3829" y="89443"/>
                  </a:lnTo>
                  <a:lnTo>
                    <a:pt x="3829" y="93216"/>
                  </a:lnTo>
                  <a:lnTo>
                    <a:pt x="19143" y="93216"/>
                  </a:lnTo>
                  <a:lnTo>
                    <a:pt x="19143" y="104424"/>
                  </a:lnTo>
                  <a:lnTo>
                    <a:pt x="22916" y="104424"/>
                  </a:lnTo>
                  <a:lnTo>
                    <a:pt x="22916" y="126840"/>
                  </a:lnTo>
                  <a:lnTo>
                    <a:pt x="26689" y="126840"/>
                  </a:lnTo>
                  <a:lnTo>
                    <a:pt x="26689" y="137937"/>
                  </a:lnTo>
                  <a:lnTo>
                    <a:pt x="30462" y="137937"/>
                  </a:lnTo>
                  <a:lnTo>
                    <a:pt x="30462" y="134275"/>
                  </a:lnTo>
                  <a:lnTo>
                    <a:pt x="38064" y="134275"/>
                  </a:lnTo>
                  <a:lnTo>
                    <a:pt x="38064" y="126729"/>
                  </a:lnTo>
                  <a:lnTo>
                    <a:pt x="41948" y="126729"/>
                  </a:lnTo>
                  <a:lnTo>
                    <a:pt x="41948" y="119294"/>
                  </a:lnTo>
                  <a:lnTo>
                    <a:pt x="45721" y="119294"/>
                  </a:lnTo>
                  <a:lnTo>
                    <a:pt x="45721" y="100651"/>
                  </a:lnTo>
                  <a:lnTo>
                    <a:pt x="49494" y="100651"/>
                  </a:lnTo>
                  <a:lnTo>
                    <a:pt x="49494" y="96934"/>
                  </a:lnTo>
                  <a:lnTo>
                    <a:pt x="53211" y="96934"/>
                  </a:lnTo>
                  <a:lnTo>
                    <a:pt x="53211" y="89499"/>
                  </a:lnTo>
                  <a:lnTo>
                    <a:pt x="49549" y="89499"/>
                  </a:lnTo>
                  <a:lnTo>
                    <a:pt x="49549" y="85726"/>
                  </a:lnTo>
                  <a:lnTo>
                    <a:pt x="57095" y="85726"/>
                  </a:lnTo>
                  <a:lnTo>
                    <a:pt x="57095" y="82008"/>
                  </a:lnTo>
                  <a:lnTo>
                    <a:pt x="60924" y="82008"/>
                  </a:lnTo>
                  <a:lnTo>
                    <a:pt x="60924" y="74628"/>
                  </a:lnTo>
                  <a:lnTo>
                    <a:pt x="68636" y="74628"/>
                  </a:lnTo>
                  <a:lnTo>
                    <a:pt x="68636" y="78291"/>
                  </a:lnTo>
                  <a:lnTo>
                    <a:pt x="72409" y="78291"/>
                  </a:lnTo>
                  <a:lnTo>
                    <a:pt x="72409" y="89388"/>
                  </a:lnTo>
                  <a:lnTo>
                    <a:pt x="76182" y="89388"/>
                  </a:lnTo>
                  <a:lnTo>
                    <a:pt x="76182" y="85726"/>
                  </a:lnTo>
                  <a:lnTo>
                    <a:pt x="80011" y="85726"/>
                  </a:lnTo>
                  <a:lnTo>
                    <a:pt x="80011" y="78346"/>
                  </a:lnTo>
                  <a:lnTo>
                    <a:pt x="87668" y="78346"/>
                  </a:lnTo>
                  <a:lnTo>
                    <a:pt x="87668" y="82008"/>
                  </a:lnTo>
                  <a:lnTo>
                    <a:pt x="91441" y="82008"/>
                  </a:lnTo>
                  <a:lnTo>
                    <a:pt x="91441" y="93161"/>
                  </a:lnTo>
                  <a:lnTo>
                    <a:pt x="95269" y="93161"/>
                  </a:lnTo>
                  <a:lnTo>
                    <a:pt x="95269" y="89443"/>
                  </a:lnTo>
                  <a:lnTo>
                    <a:pt x="102760" y="89443"/>
                  </a:lnTo>
                  <a:lnTo>
                    <a:pt x="102760" y="82063"/>
                  </a:lnTo>
                  <a:lnTo>
                    <a:pt x="99042" y="82063"/>
                  </a:lnTo>
                  <a:lnTo>
                    <a:pt x="99042" y="78291"/>
                  </a:lnTo>
                  <a:lnTo>
                    <a:pt x="106644" y="78291"/>
                  </a:lnTo>
                  <a:lnTo>
                    <a:pt x="106644" y="74518"/>
                  </a:lnTo>
                  <a:lnTo>
                    <a:pt x="110472" y="74518"/>
                  </a:lnTo>
                  <a:lnTo>
                    <a:pt x="110472" y="59703"/>
                  </a:lnTo>
                  <a:lnTo>
                    <a:pt x="114356" y="59703"/>
                  </a:lnTo>
                  <a:lnTo>
                    <a:pt x="114356" y="63310"/>
                  </a:lnTo>
                  <a:lnTo>
                    <a:pt x="118129" y="63310"/>
                  </a:lnTo>
                  <a:lnTo>
                    <a:pt x="118129" y="55875"/>
                  </a:lnTo>
                  <a:lnTo>
                    <a:pt x="121958" y="55875"/>
                  </a:lnTo>
                  <a:lnTo>
                    <a:pt x="121958" y="52212"/>
                  </a:lnTo>
                  <a:lnTo>
                    <a:pt x="125731" y="52212"/>
                  </a:lnTo>
                  <a:lnTo>
                    <a:pt x="125731" y="55819"/>
                  </a:lnTo>
                  <a:lnTo>
                    <a:pt x="129504" y="55819"/>
                  </a:lnTo>
                  <a:lnTo>
                    <a:pt x="129504" y="41005"/>
                  </a:lnTo>
                  <a:lnTo>
                    <a:pt x="121958" y="41005"/>
                  </a:lnTo>
                  <a:lnTo>
                    <a:pt x="121958" y="37232"/>
                  </a:lnTo>
                  <a:lnTo>
                    <a:pt x="125731" y="37232"/>
                  </a:lnTo>
                  <a:lnTo>
                    <a:pt x="125731" y="33514"/>
                  </a:lnTo>
                  <a:lnTo>
                    <a:pt x="137161" y="33514"/>
                  </a:lnTo>
                  <a:lnTo>
                    <a:pt x="137161" y="29797"/>
                  </a:lnTo>
                  <a:lnTo>
                    <a:pt x="144818" y="29797"/>
                  </a:lnTo>
                  <a:lnTo>
                    <a:pt x="144818" y="33514"/>
                  </a:lnTo>
                  <a:lnTo>
                    <a:pt x="152364" y="33514"/>
                  </a:lnTo>
                  <a:lnTo>
                    <a:pt x="152364" y="29741"/>
                  </a:lnTo>
                  <a:lnTo>
                    <a:pt x="160021" y="29741"/>
                  </a:lnTo>
                  <a:lnTo>
                    <a:pt x="160021" y="26079"/>
                  </a:lnTo>
                  <a:lnTo>
                    <a:pt x="160021" y="25968"/>
                  </a:lnTo>
                  <a:lnTo>
                    <a:pt x="163849" y="25968"/>
                  </a:lnTo>
                  <a:lnTo>
                    <a:pt x="163849" y="18589"/>
                  </a:lnTo>
                  <a:lnTo>
                    <a:pt x="156192" y="18589"/>
                  </a:lnTo>
                  <a:lnTo>
                    <a:pt x="156192" y="14926"/>
                  </a:lnTo>
                  <a:lnTo>
                    <a:pt x="152419" y="14926"/>
                  </a:lnTo>
                  <a:lnTo>
                    <a:pt x="152419" y="18589"/>
                  </a:lnTo>
                  <a:lnTo>
                    <a:pt x="148535" y="18589"/>
                  </a:lnTo>
                  <a:lnTo>
                    <a:pt x="148535" y="14871"/>
                  </a:lnTo>
                  <a:lnTo>
                    <a:pt x="133277" y="14871"/>
                  </a:lnTo>
                  <a:lnTo>
                    <a:pt x="133277" y="11154"/>
                  </a:lnTo>
                  <a:lnTo>
                    <a:pt x="129559" y="11154"/>
                  </a:lnTo>
                  <a:lnTo>
                    <a:pt x="129559" y="7325"/>
                  </a:lnTo>
                  <a:lnTo>
                    <a:pt x="133277" y="7325"/>
                  </a:lnTo>
                  <a:lnTo>
                    <a:pt x="133277" y="3719"/>
                  </a:lnTo>
                  <a:lnTo>
                    <a:pt x="121958" y="3719"/>
                  </a:lnTo>
                  <a:lnTo>
                    <a:pt x="121958" y="7381"/>
                  </a:lnTo>
                  <a:lnTo>
                    <a:pt x="125675" y="7381"/>
                  </a:lnTo>
                  <a:lnTo>
                    <a:pt x="125675" y="11098"/>
                  </a:lnTo>
                  <a:lnTo>
                    <a:pt x="118074" y="11098"/>
                  </a:lnTo>
                  <a:lnTo>
                    <a:pt x="118074" y="7491"/>
                  </a:lnTo>
                  <a:lnTo>
                    <a:pt x="114301" y="7491"/>
                  </a:lnTo>
                  <a:lnTo>
                    <a:pt x="114301" y="11098"/>
                  </a:lnTo>
                  <a:lnTo>
                    <a:pt x="110417" y="11098"/>
                  </a:lnTo>
                  <a:lnTo>
                    <a:pt x="110417" y="7436"/>
                  </a:lnTo>
                  <a:lnTo>
                    <a:pt x="106644" y="7436"/>
                  </a:lnTo>
                  <a:lnTo>
                    <a:pt x="106644" y="3663"/>
                  </a:lnTo>
                  <a:lnTo>
                    <a:pt x="98987" y="3663"/>
                  </a:lnTo>
                  <a:lnTo>
                    <a:pt x="989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3" name="Google Shape;253;p13"/>
            <p:cNvSpPr/>
            <p:nvPr/>
          </p:nvSpPr>
          <p:spPr>
            <a:xfrm>
              <a:off x="1286775" y="1086125"/>
              <a:ext cx="185925" cy="92950"/>
            </a:xfrm>
            <a:custGeom>
              <a:rect b="b" l="l" r="r" t="t"/>
              <a:pathLst>
                <a:path extrusionOk="0" h="3718" w="7437">
                  <a:moveTo>
                    <a:pt x="1" y="1"/>
                  </a:moveTo>
                  <a:lnTo>
                    <a:pt x="1" y="611"/>
                  </a:lnTo>
                  <a:lnTo>
                    <a:pt x="1" y="3607"/>
                  </a:lnTo>
                  <a:lnTo>
                    <a:pt x="1" y="3718"/>
                  </a:lnTo>
                  <a:lnTo>
                    <a:pt x="7436" y="3718"/>
                  </a:lnTo>
                  <a:lnTo>
                    <a:pt x="7436" y="3496"/>
                  </a:lnTo>
                  <a:lnTo>
                    <a:pt x="7436" y="611"/>
                  </a:lnTo>
                  <a:lnTo>
                    <a:pt x="74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Tree>
  </p:cSld>
  <p:clrMapOvr>
    <a:masterClrMapping/>
  </p:clrMapOvr>
  <p:extLst>
    <p:ext uri="{DCECCB84-F9BA-43D5-87BE-67443E8EF086}">
      <p15:sldGuideLst>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ess The Team Member">
  <p:cSld name="BLANK_1_1_1_1_1_1_1_1_1_1_1_1_1_2">
    <p:bg>
      <p:bgPr>
        <a:solidFill>
          <a:schemeClr val="dk1"/>
        </a:solidFill>
      </p:bgPr>
    </p:bg>
    <p:spTree>
      <p:nvGrpSpPr>
        <p:cNvPr id="254" name="Shape 254"/>
        <p:cNvGrpSpPr/>
        <p:nvPr/>
      </p:nvGrpSpPr>
      <p:grpSpPr>
        <a:xfrm>
          <a:off x="0" y="0"/>
          <a:ext cx="0" cy="0"/>
          <a:chOff x="0" y="0"/>
          <a:chExt cx="0" cy="0"/>
        </a:xfrm>
      </p:grpSpPr>
      <p:grpSp>
        <p:nvGrpSpPr>
          <p:cNvPr id="255" name="Google Shape;255;p14"/>
          <p:cNvGrpSpPr/>
          <p:nvPr/>
        </p:nvGrpSpPr>
        <p:grpSpPr>
          <a:xfrm>
            <a:off x="103050" y="103050"/>
            <a:ext cx="6817325" cy="3765575"/>
            <a:chOff x="103050" y="103050"/>
            <a:chExt cx="6817325" cy="3765575"/>
          </a:xfrm>
        </p:grpSpPr>
        <p:sp>
          <p:nvSpPr>
            <p:cNvPr id="256" name="Google Shape;256;p14"/>
            <p:cNvSpPr/>
            <p:nvPr/>
          </p:nvSpPr>
          <p:spPr>
            <a:xfrm>
              <a:off x="103050" y="103050"/>
              <a:ext cx="5135700" cy="2659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7" name="Google Shape;257;p14"/>
            <p:cNvSpPr/>
            <p:nvPr/>
          </p:nvSpPr>
          <p:spPr>
            <a:xfrm>
              <a:off x="1090775" y="1490525"/>
              <a:ext cx="5829600" cy="2378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258" name="Google Shape;258;p14"/>
          <p:cNvSpPr txBox="1"/>
          <p:nvPr>
            <p:ph idx="1" type="subTitle"/>
          </p:nvPr>
        </p:nvSpPr>
        <p:spPr>
          <a:xfrm>
            <a:off x="252600" y="1199800"/>
            <a:ext cx="2881500" cy="8016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59" name="Google Shape;259;p14"/>
          <p:cNvSpPr txBox="1"/>
          <p:nvPr>
            <p:ph type="title"/>
          </p:nvPr>
        </p:nvSpPr>
        <p:spPr>
          <a:xfrm>
            <a:off x="229190" y="147681"/>
            <a:ext cx="4216200" cy="8652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lvl2pPr>
            <a:lvl3pPr lvl="2">
              <a:lnSpc>
                <a:spcPct val="80000"/>
              </a:lnSpc>
              <a:spcBef>
                <a:spcPts val="0"/>
              </a:spcBef>
              <a:spcAft>
                <a:spcPts val="0"/>
              </a:spcAft>
              <a:buSzPts val="3900"/>
              <a:buFont typeface="Space Grotesk Medium"/>
              <a:buNone/>
              <a:defRPr sz="3900"/>
            </a:lvl3pPr>
            <a:lvl4pPr lvl="3">
              <a:lnSpc>
                <a:spcPct val="80000"/>
              </a:lnSpc>
              <a:spcBef>
                <a:spcPts val="0"/>
              </a:spcBef>
              <a:spcAft>
                <a:spcPts val="0"/>
              </a:spcAft>
              <a:buSzPts val="3900"/>
              <a:buFont typeface="Space Grotesk Medium"/>
              <a:buNone/>
              <a:defRPr sz="3900"/>
            </a:lvl4pPr>
            <a:lvl5pPr lvl="4">
              <a:lnSpc>
                <a:spcPct val="80000"/>
              </a:lnSpc>
              <a:spcBef>
                <a:spcPts val="0"/>
              </a:spcBef>
              <a:spcAft>
                <a:spcPts val="0"/>
              </a:spcAft>
              <a:buSzPts val="3900"/>
              <a:buFont typeface="Space Grotesk Medium"/>
              <a:buNone/>
              <a:defRPr sz="3900"/>
            </a:lvl5pPr>
            <a:lvl6pPr lvl="5">
              <a:lnSpc>
                <a:spcPct val="80000"/>
              </a:lnSpc>
              <a:spcBef>
                <a:spcPts val="0"/>
              </a:spcBef>
              <a:spcAft>
                <a:spcPts val="0"/>
              </a:spcAft>
              <a:buSzPts val="3900"/>
              <a:buFont typeface="Space Grotesk Medium"/>
              <a:buNone/>
              <a:defRPr sz="3900"/>
            </a:lvl6pPr>
            <a:lvl7pPr lvl="6">
              <a:lnSpc>
                <a:spcPct val="80000"/>
              </a:lnSpc>
              <a:spcBef>
                <a:spcPts val="0"/>
              </a:spcBef>
              <a:spcAft>
                <a:spcPts val="0"/>
              </a:spcAft>
              <a:buSzPts val="3900"/>
              <a:buFont typeface="Space Grotesk Medium"/>
              <a:buNone/>
              <a:defRPr sz="3900"/>
            </a:lvl7pPr>
            <a:lvl8pPr lvl="7">
              <a:lnSpc>
                <a:spcPct val="80000"/>
              </a:lnSpc>
              <a:spcBef>
                <a:spcPts val="0"/>
              </a:spcBef>
              <a:spcAft>
                <a:spcPts val="0"/>
              </a:spcAft>
              <a:buSzPts val="3900"/>
              <a:buFont typeface="Space Grotesk Medium"/>
              <a:buNone/>
              <a:defRPr sz="3900"/>
            </a:lvl8pPr>
            <a:lvl9pPr lvl="8">
              <a:lnSpc>
                <a:spcPct val="80000"/>
              </a:lnSpc>
              <a:spcBef>
                <a:spcPts val="0"/>
              </a:spcBef>
              <a:spcAft>
                <a:spcPts val="0"/>
              </a:spcAft>
              <a:buSzPts val="3900"/>
              <a:buFont typeface="Space Grotesk Medium"/>
              <a:buNone/>
              <a:defRPr sz="3900"/>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t Attack">
  <p:cSld name="TITLE_1_1_5">
    <p:bg>
      <p:bgPr>
        <a:solidFill>
          <a:schemeClr val="accent4"/>
        </a:solidFill>
      </p:bgPr>
    </p:bg>
    <p:spTree>
      <p:nvGrpSpPr>
        <p:cNvPr id="260" name="Shape 260"/>
        <p:cNvGrpSpPr/>
        <p:nvPr/>
      </p:nvGrpSpPr>
      <p:grpSpPr>
        <a:xfrm>
          <a:off x="0" y="0"/>
          <a:ext cx="0" cy="0"/>
          <a:chOff x="0" y="0"/>
          <a:chExt cx="0" cy="0"/>
        </a:xfrm>
      </p:grpSpPr>
      <p:grpSp>
        <p:nvGrpSpPr>
          <p:cNvPr id="261" name="Google Shape;261;p15"/>
          <p:cNvGrpSpPr/>
          <p:nvPr/>
        </p:nvGrpSpPr>
        <p:grpSpPr>
          <a:xfrm>
            <a:off x="0" y="0"/>
            <a:ext cx="9143999" cy="5143500"/>
            <a:chOff x="0" y="0"/>
            <a:chExt cx="9143999" cy="5143500"/>
          </a:xfrm>
        </p:grpSpPr>
        <p:sp>
          <p:nvSpPr>
            <p:cNvPr id="262" name="Google Shape;262;p15"/>
            <p:cNvSpPr/>
            <p:nvPr/>
          </p:nvSpPr>
          <p:spPr>
            <a:xfrm>
              <a:off x="0" y="0"/>
              <a:ext cx="103049" cy="5143489"/>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3" name="Google Shape;263;p15"/>
            <p:cNvSpPr/>
            <p:nvPr/>
          </p:nvSpPr>
          <p:spPr>
            <a:xfrm>
              <a:off x="9040950" y="0"/>
              <a:ext cx="103049" cy="5143489"/>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4" name="Google Shape;264;p15"/>
            <p:cNvSpPr/>
            <p:nvPr/>
          </p:nvSpPr>
          <p:spPr>
            <a:xfrm rot="5400000">
              <a:off x="4519005" y="-4518866"/>
              <a:ext cx="103049" cy="9140782"/>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5" name="Google Shape;265;p15"/>
            <p:cNvSpPr/>
            <p:nvPr/>
          </p:nvSpPr>
          <p:spPr>
            <a:xfrm rot="5400000">
              <a:off x="4520468" y="521584"/>
              <a:ext cx="103049" cy="9140782"/>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266" name="Google Shape;266;p15"/>
          <p:cNvSpPr/>
          <p:nvPr>
            <p:ph idx="2" type="pic"/>
          </p:nvPr>
        </p:nvSpPr>
        <p:spPr>
          <a:xfrm>
            <a:off x="3553675" y="3509450"/>
            <a:ext cx="1941000" cy="1313100"/>
          </a:xfrm>
          <a:prstGeom prst="rect">
            <a:avLst/>
          </a:prstGeom>
          <a:noFill/>
          <a:ln cap="flat" cmpd="sng" w="9525">
            <a:solidFill>
              <a:schemeClr val="dk1"/>
            </a:solidFill>
            <a:prstDash val="solid"/>
            <a:round/>
            <a:headEnd len="sm" w="sm" type="none"/>
            <a:tailEnd len="sm" w="sm" type="none"/>
          </a:ln>
        </p:spPr>
      </p:sp>
      <p:sp>
        <p:nvSpPr>
          <p:cNvPr id="267" name="Google Shape;267;p15"/>
          <p:cNvSpPr txBox="1"/>
          <p:nvPr>
            <p:ph type="title"/>
          </p:nvPr>
        </p:nvSpPr>
        <p:spPr>
          <a:xfrm>
            <a:off x="236975" y="223878"/>
            <a:ext cx="4216200" cy="501600"/>
          </a:xfrm>
          <a:prstGeom prst="rect">
            <a:avLst/>
          </a:prstGeom>
        </p:spPr>
        <p:txBody>
          <a:bodyPr anchorCtr="0" anchor="t" bIns="0" lIns="0" spcFirstLastPara="1" rIns="0" wrap="square" tIns="0">
            <a:norm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lvl2pPr>
            <a:lvl3pPr lvl="2">
              <a:lnSpc>
                <a:spcPct val="80000"/>
              </a:lnSpc>
              <a:spcBef>
                <a:spcPts val="0"/>
              </a:spcBef>
              <a:spcAft>
                <a:spcPts val="0"/>
              </a:spcAft>
              <a:buSzPts val="3900"/>
              <a:buFont typeface="Space Grotesk Medium"/>
              <a:buNone/>
              <a:defRPr sz="3900"/>
            </a:lvl3pPr>
            <a:lvl4pPr lvl="3">
              <a:lnSpc>
                <a:spcPct val="80000"/>
              </a:lnSpc>
              <a:spcBef>
                <a:spcPts val="0"/>
              </a:spcBef>
              <a:spcAft>
                <a:spcPts val="0"/>
              </a:spcAft>
              <a:buSzPts val="3900"/>
              <a:buFont typeface="Space Grotesk Medium"/>
              <a:buNone/>
              <a:defRPr sz="3900"/>
            </a:lvl4pPr>
            <a:lvl5pPr lvl="4">
              <a:lnSpc>
                <a:spcPct val="80000"/>
              </a:lnSpc>
              <a:spcBef>
                <a:spcPts val="0"/>
              </a:spcBef>
              <a:spcAft>
                <a:spcPts val="0"/>
              </a:spcAft>
              <a:buSzPts val="3900"/>
              <a:buFont typeface="Space Grotesk Medium"/>
              <a:buNone/>
              <a:defRPr sz="3900"/>
            </a:lvl5pPr>
            <a:lvl6pPr lvl="5">
              <a:lnSpc>
                <a:spcPct val="80000"/>
              </a:lnSpc>
              <a:spcBef>
                <a:spcPts val="0"/>
              </a:spcBef>
              <a:spcAft>
                <a:spcPts val="0"/>
              </a:spcAft>
              <a:buSzPts val="3900"/>
              <a:buFont typeface="Space Grotesk Medium"/>
              <a:buNone/>
              <a:defRPr sz="3900"/>
            </a:lvl6pPr>
            <a:lvl7pPr lvl="6">
              <a:lnSpc>
                <a:spcPct val="80000"/>
              </a:lnSpc>
              <a:spcBef>
                <a:spcPts val="0"/>
              </a:spcBef>
              <a:spcAft>
                <a:spcPts val="0"/>
              </a:spcAft>
              <a:buSzPts val="3900"/>
              <a:buFont typeface="Space Grotesk Medium"/>
              <a:buNone/>
              <a:defRPr sz="3900"/>
            </a:lvl7pPr>
            <a:lvl8pPr lvl="7">
              <a:lnSpc>
                <a:spcPct val="80000"/>
              </a:lnSpc>
              <a:spcBef>
                <a:spcPts val="0"/>
              </a:spcBef>
              <a:spcAft>
                <a:spcPts val="0"/>
              </a:spcAft>
              <a:buSzPts val="3900"/>
              <a:buFont typeface="Space Grotesk Medium"/>
              <a:buNone/>
              <a:defRPr sz="3900"/>
            </a:lvl8pPr>
            <a:lvl9pPr lvl="8">
              <a:lnSpc>
                <a:spcPct val="80000"/>
              </a:lnSpc>
              <a:spcBef>
                <a:spcPts val="0"/>
              </a:spcBef>
              <a:spcAft>
                <a:spcPts val="0"/>
              </a:spcAft>
              <a:buSzPts val="3900"/>
              <a:buFont typeface="Space Grotesk Medium"/>
              <a:buNone/>
              <a:defRPr sz="3900"/>
            </a:lvl9pPr>
          </a:lstStyle>
          <a:p/>
        </p:txBody>
      </p:sp>
      <p:sp>
        <p:nvSpPr>
          <p:cNvPr id="268" name="Google Shape;268;p15"/>
          <p:cNvSpPr/>
          <p:nvPr>
            <p:ph idx="3" type="pic"/>
          </p:nvPr>
        </p:nvSpPr>
        <p:spPr>
          <a:xfrm>
            <a:off x="6699200" y="904175"/>
            <a:ext cx="1909200" cy="1191900"/>
          </a:xfrm>
          <a:prstGeom prst="rect">
            <a:avLst/>
          </a:prstGeom>
          <a:noFill/>
          <a:ln cap="flat" cmpd="sng" w="9525">
            <a:solidFill>
              <a:schemeClr val="dk1"/>
            </a:solidFill>
            <a:prstDash val="solid"/>
            <a:round/>
            <a:headEnd len="sm" w="sm" type="none"/>
            <a:tailEnd len="sm" w="sm" type="none"/>
          </a:ln>
        </p:spPr>
      </p:sp>
      <p:sp>
        <p:nvSpPr>
          <p:cNvPr id="269" name="Google Shape;269;p15"/>
          <p:cNvSpPr/>
          <p:nvPr>
            <p:ph idx="4" type="pic"/>
          </p:nvPr>
        </p:nvSpPr>
        <p:spPr>
          <a:xfrm>
            <a:off x="5673725" y="2267525"/>
            <a:ext cx="2935200" cy="2433900"/>
          </a:xfrm>
          <a:prstGeom prst="rect">
            <a:avLst/>
          </a:prstGeom>
          <a:noFill/>
          <a:ln cap="flat" cmpd="sng" w="9525">
            <a:solidFill>
              <a:schemeClr val="dk1"/>
            </a:solidFill>
            <a:prstDash val="solid"/>
            <a:round/>
            <a:headEnd len="sm" w="sm" type="none"/>
            <a:tailEnd len="sm" w="sm" type="none"/>
          </a:ln>
        </p:spPr>
      </p:sp>
      <p:sp>
        <p:nvSpPr>
          <p:cNvPr id="270" name="Google Shape;270;p15"/>
          <p:cNvSpPr/>
          <p:nvPr>
            <p:ph idx="5" type="pic"/>
          </p:nvPr>
        </p:nvSpPr>
        <p:spPr>
          <a:xfrm>
            <a:off x="252425" y="2015900"/>
            <a:ext cx="3080100" cy="2875200"/>
          </a:xfrm>
          <a:prstGeom prst="rect">
            <a:avLst/>
          </a:prstGeom>
          <a:noFill/>
          <a:ln cap="flat" cmpd="sng" w="9525">
            <a:solidFill>
              <a:schemeClr val="dk1"/>
            </a:solidFill>
            <a:prstDash val="solid"/>
            <a:round/>
            <a:headEnd len="sm" w="sm" type="none"/>
            <a:tailEnd len="sm" w="sm" type="none"/>
          </a:ln>
        </p:spPr>
      </p:sp>
      <p:sp>
        <p:nvSpPr>
          <p:cNvPr id="271" name="Google Shape;271;p15"/>
          <p:cNvSpPr/>
          <p:nvPr/>
        </p:nvSpPr>
        <p:spPr>
          <a:xfrm>
            <a:off x="5673400" y="2267525"/>
            <a:ext cx="2935200" cy="243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2" name="Google Shape;272;p15"/>
          <p:cNvSpPr/>
          <p:nvPr>
            <p:ph idx="6" type="pic"/>
          </p:nvPr>
        </p:nvSpPr>
        <p:spPr>
          <a:xfrm>
            <a:off x="4838963" y="1797550"/>
            <a:ext cx="1740900" cy="1191900"/>
          </a:xfrm>
          <a:prstGeom prst="rect">
            <a:avLst/>
          </a:prstGeom>
          <a:noFill/>
          <a:ln cap="flat" cmpd="sng" w="9525">
            <a:solidFill>
              <a:schemeClr val="dk1"/>
            </a:solidFill>
            <a:prstDash val="solid"/>
            <a:round/>
            <a:headEnd len="sm" w="sm" type="none"/>
            <a:tailEnd len="sm" w="sm" type="none"/>
          </a:ln>
        </p:spPr>
      </p:sp>
      <p:sp>
        <p:nvSpPr>
          <p:cNvPr id="273" name="Google Shape;273;p15"/>
          <p:cNvSpPr/>
          <p:nvPr>
            <p:ph idx="7" type="pic"/>
          </p:nvPr>
        </p:nvSpPr>
        <p:spPr>
          <a:xfrm>
            <a:off x="2991500" y="904174"/>
            <a:ext cx="1721700" cy="2475600"/>
          </a:xfrm>
          <a:prstGeom prst="rect">
            <a:avLst/>
          </a:prstGeom>
          <a:noFill/>
          <a:ln cap="flat" cmpd="sng" w="9525">
            <a:solidFill>
              <a:schemeClr val="dk1"/>
            </a:solidFill>
            <a:prstDash val="solid"/>
            <a:round/>
            <a:headEnd len="sm" w="sm" type="none"/>
            <a:tailEnd len="sm" w="sm" type="none"/>
          </a:ln>
        </p:spPr>
      </p:sp>
      <p:sp>
        <p:nvSpPr>
          <p:cNvPr id="274" name="Google Shape;274;p15"/>
          <p:cNvSpPr/>
          <p:nvPr>
            <p:ph idx="8" type="pic"/>
          </p:nvPr>
        </p:nvSpPr>
        <p:spPr>
          <a:xfrm>
            <a:off x="4848425" y="580600"/>
            <a:ext cx="1721700" cy="1048200"/>
          </a:xfrm>
          <a:prstGeom prst="rect">
            <a:avLst/>
          </a:prstGeom>
          <a:noFill/>
          <a:ln cap="flat" cmpd="sng" w="9525">
            <a:solidFill>
              <a:schemeClr val="dk1"/>
            </a:solidFill>
            <a:prstDash val="solid"/>
            <a:round/>
            <a:headEnd len="sm" w="sm" type="none"/>
            <a:tailEnd len="sm" w="sm" type="none"/>
          </a:ln>
        </p:spPr>
      </p:sp>
      <p:sp>
        <p:nvSpPr>
          <p:cNvPr id="275" name="Google Shape;275;p15"/>
          <p:cNvSpPr txBox="1"/>
          <p:nvPr>
            <p:ph idx="1" type="subTitle"/>
          </p:nvPr>
        </p:nvSpPr>
        <p:spPr>
          <a:xfrm>
            <a:off x="252600" y="743700"/>
            <a:ext cx="2675700" cy="1029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orient="horz" pos="2772">
          <p15:clr>
            <a:srgbClr val="E46962"/>
          </p15:clr>
        </p15:guide>
        <p15:guide id="6" pos="5292">
          <p15:clr>
            <a:srgbClr val="E46962"/>
          </p15:clr>
        </p15:guide>
        <p15:guide id="7" pos="159">
          <p15:clr>
            <a:srgbClr val="E46962"/>
          </p15:clr>
        </p15:guide>
        <p15:guide id="8" orient="horz" pos="159">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ks">
  <p:cSld name="BLANK_1_1_1_1_1_1_1_1_1_1_1_3">
    <p:spTree>
      <p:nvGrpSpPr>
        <p:cNvPr id="276" name="Shape 276"/>
        <p:cNvGrpSpPr/>
        <p:nvPr/>
      </p:nvGrpSpPr>
      <p:grpSpPr>
        <a:xfrm>
          <a:off x="0" y="0"/>
          <a:ext cx="0" cy="0"/>
          <a:chOff x="0" y="0"/>
          <a:chExt cx="0" cy="0"/>
        </a:xfrm>
      </p:grpSpPr>
      <p:sp>
        <p:nvSpPr>
          <p:cNvPr id="277" name="Google Shape;277;p16"/>
          <p:cNvSpPr txBox="1"/>
          <p:nvPr>
            <p:ph type="title"/>
          </p:nvPr>
        </p:nvSpPr>
        <p:spPr>
          <a:xfrm>
            <a:off x="242375" y="530828"/>
            <a:ext cx="3576600" cy="378900"/>
          </a:xfrm>
          <a:prstGeom prst="rect">
            <a:avLst/>
          </a:prstGeom>
        </p:spPr>
        <p:txBody>
          <a:bodyPr anchorCtr="0" anchor="t" bIns="0" lIns="0" spcFirstLastPara="1" rIns="0" wrap="square" tIns="0">
            <a:spAutoFit/>
          </a:bodyPr>
          <a:lstStyle>
            <a:lvl1pPr lvl="0">
              <a:spcBef>
                <a:spcPts val="0"/>
              </a:spcBef>
              <a:spcAft>
                <a:spcPts val="0"/>
              </a:spcAft>
              <a:buSzPts val="2800"/>
              <a:buNone/>
              <a:defRPr sz="1000">
                <a:latin typeface="Space Grotesk"/>
                <a:ea typeface="Space Grotesk"/>
                <a:cs typeface="Space Grotesk"/>
                <a:sym typeface="Space Grotesk"/>
              </a:defRPr>
            </a:lvl1pPr>
            <a:lvl2pPr lvl="1">
              <a:spcBef>
                <a:spcPts val="0"/>
              </a:spcBef>
              <a:spcAft>
                <a:spcPts val="0"/>
              </a:spcAft>
              <a:buSzPts val="2800"/>
              <a:buNone/>
              <a:defRPr sz="1000">
                <a:latin typeface="Space Grotesk"/>
                <a:ea typeface="Space Grotesk"/>
                <a:cs typeface="Space Grotesk"/>
                <a:sym typeface="Space Grotesk"/>
              </a:defRPr>
            </a:lvl2pPr>
            <a:lvl3pPr lvl="2">
              <a:spcBef>
                <a:spcPts val="0"/>
              </a:spcBef>
              <a:spcAft>
                <a:spcPts val="0"/>
              </a:spcAft>
              <a:buSzPts val="2800"/>
              <a:buNone/>
              <a:defRPr sz="1000">
                <a:latin typeface="Space Grotesk"/>
                <a:ea typeface="Space Grotesk"/>
                <a:cs typeface="Space Grotesk"/>
                <a:sym typeface="Space Grotesk"/>
              </a:defRPr>
            </a:lvl3pPr>
            <a:lvl4pPr lvl="3">
              <a:spcBef>
                <a:spcPts val="0"/>
              </a:spcBef>
              <a:spcAft>
                <a:spcPts val="0"/>
              </a:spcAft>
              <a:buSzPts val="2800"/>
              <a:buNone/>
              <a:defRPr sz="1000">
                <a:latin typeface="Space Grotesk"/>
                <a:ea typeface="Space Grotesk"/>
                <a:cs typeface="Space Grotesk"/>
                <a:sym typeface="Space Grotesk"/>
              </a:defRPr>
            </a:lvl4pPr>
            <a:lvl5pPr lvl="4">
              <a:spcBef>
                <a:spcPts val="0"/>
              </a:spcBef>
              <a:spcAft>
                <a:spcPts val="0"/>
              </a:spcAft>
              <a:buSzPts val="2800"/>
              <a:buNone/>
              <a:defRPr sz="1000">
                <a:latin typeface="Space Grotesk"/>
                <a:ea typeface="Space Grotesk"/>
                <a:cs typeface="Space Grotesk"/>
                <a:sym typeface="Space Grotesk"/>
              </a:defRPr>
            </a:lvl5pPr>
            <a:lvl6pPr lvl="5">
              <a:spcBef>
                <a:spcPts val="0"/>
              </a:spcBef>
              <a:spcAft>
                <a:spcPts val="0"/>
              </a:spcAft>
              <a:buSzPts val="2800"/>
              <a:buNone/>
              <a:defRPr sz="1000">
                <a:latin typeface="Space Grotesk"/>
                <a:ea typeface="Space Grotesk"/>
                <a:cs typeface="Space Grotesk"/>
                <a:sym typeface="Space Grotesk"/>
              </a:defRPr>
            </a:lvl6pPr>
            <a:lvl7pPr lvl="6">
              <a:spcBef>
                <a:spcPts val="0"/>
              </a:spcBef>
              <a:spcAft>
                <a:spcPts val="0"/>
              </a:spcAft>
              <a:buSzPts val="2800"/>
              <a:buNone/>
              <a:defRPr sz="1000">
                <a:latin typeface="Space Grotesk"/>
                <a:ea typeface="Space Grotesk"/>
                <a:cs typeface="Space Grotesk"/>
                <a:sym typeface="Space Grotesk"/>
              </a:defRPr>
            </a:lvl7pPr>
            <a:lvl8pPr lvl="7">
              <a:spcBef>
                <a:spcPts val="0"/>
              </a:spcBef>
              <a:spcAft>
                <a:spcPts val="0"/>
              </a:spcAft>
              <a:buSzPts val="2800"/>
              <a:buNone/>
              <a:defRPr sz="1000">
                <a:latin typeface="Space Grotesk"/>
                <a:ea typeface="Space Grotesk"/>
                <a:cs typeface="Space Grotesk"/>
                <a:sym typeface="Space Grotesk"/>
              </a:defRPr>
            </a:lvl8pPr>
            <a:lvl9pPr lvl="8">
              <a:spcBef>
                <a:spcPts val="0"/>
              </a:spcBef>
              <a:spcAft>
                <a:spcPts val="0"/>
              </a:spcAft>
              <a:buSzPts val="2800"/>
              <a:buNone/>
              <a:defRPr sz="1000">
                <a:latin typeface="Space Grotesk"/>
                <a:ea typeface="Space Grotesk"/>
                <a:cs typeface="Space Grotesk"/>
                <a:sym typeface="Space Grotesk"/>
              </a:defRPr>
            </a:lvl9pPr>
          </a:lstStyle>
          <a:p/>
        </p:txBody>
      </p:sp>
      <p:sp>
        <p:nvSpPr>
          <p:cNvPr id="278" name="Google Shape;278;p16"/>
          <p:cNvSpPr txBox="1"/>
          <p:nvPr>
            <p:ph idx="2" type="title"/>
          </p:nvPr>
        </p:nvSpPr>
        <p:spPr>
          <a:xfrm>
            <a:off x="236891" y="203879"/>
            <a:ext cx="6480300" cy="212400"/>
          </a:xfrm>
          <a:prstGeom prst="rect">
            <a:avLst/>
          </a:prstGeom>
        </p:spPr>
        <p:txBody>
          <a:bodyPr anchorCtr="0" anchor="t" bIns="0" lIns="0" spcFirstLastPara="1" rIns="0" wrap="square" tIns="0">
            <a:spAutoFit/>
          </a:bodyPr>
          <a:lstStyle>
            <a:lvl1pPr lvl="0">
              <a:spcBef>
                <a:spcPts val="0"/>
              </a:spcBef>
              <a:spcAft>
                <a:spcPts val="0"/>
              </a:spcAft>
              <a:buSzPts val="2800"/>
              <a:buNone/>
              <a:defRPr sz="1500"/>
            </a:lvl1pPr>
            <a:lvl2pPr lvl="1">
              <a:lnSpc>
                <a:spcPct val="115000"/>
              </a:lnSpc>
              <a:spcBef>
                <a:spcPts val="0"/>
              </a:spcBef>
              <a:spcAft>
                <a:spcPts val="0"/>
              </a:spcAft>
              <a:buSzPts val="2800"/>
              <a:buNone/>
              <a:defRPr sz="3000">
                <a:latin typeface="Space Grotesk"/>
                <a:ea typeface="Space Grotesk"/>
                <a:cs typeface="Space Grotesk"/>
                <a:sym typeface="Space Grotesk"/>
              </a:defRPr>
            </a:lvl2pPr>
            <a:lvl3pPr lvl="2">
              <a:lnSpc>
                <a:spcPct val="115000"/>
              </a:lnSpc>
              <a:spcBef>
                <a:spcPts val="0"/>
              </a:spcBef>
              <a:spcAft>
                <a:spcPts val="0"/>
              </a:spcAft>
              <a:buSzPts val="2800"/>
              <a:buNone/>
              <a:defRPr sz="3000">
                <a:latin typeface="Space Grotesk"/>
                <a:ea typeface="Space Grotesk"/>
                <a:cs typeface="Space Grotesk"/>
                <a:sym typeface="Space Grotesk"/>
              </a:defRPr>
            </a:lvl3pPr>
            <a:lvl4pPr lvl="3">
              <a:lnSpc>
                <a:spcPct val="115000"/>
              </a:lnSpc>
              <a:spcBef>
                <a:spcPts val="0"/>
              </a:spcBef>
              <a:spcAft>
                <a:spcPts val="0"/>
              </a:spcAft>
              <a:buSzPts val="2800"/>
              <a:buNone/>
              <a:defRPr sz="3000">
                <a:latin typeface="Space Grotesk"/>
                <a:ea typeface="Space Grotesk"/>
                <a:cs typeface="Space Grotesk"/>
                <a:sym typeface="Space Grotesk"/>
              </a:defRPr>
            </a:lvl4pPr>
            <a:lvl5pPr lvl="4">
              <a:lnSpc>
                <a:spcPct val="115000"/>
              </a:lnSpc>
              <a:spcBef>
                <a:spcPts val="0"/>
              </a:spcBef>
              <a:spcAft>
                <a:spcPts val="0"/>
              </a:spcAft>
              <a:buSzPts val="2800"/>
              <a:buNone/>
              <a:defRPr sz="3000">
                <a:latin typeface="Space Grotesk"/>
                <a:ea typeface="Space Grotesk"/>
                <a:cs typeface="Space Grotesk"/>
                <a:sym typeface="Space Grotesk"/>
              </a:defRPr>
            </a:lvl5pPr>
            <a:lvl6pPr lvl="5">
              <a:lnSpc>
                <a:spcPct val="115000"/>
              </a:lnSpc>
              <a:spcBef>
                <a:spcPts val="0"/>
              </a:spcBef>
              <a:spcAft>
                <a:spcPts val="0"/>
              </a:spcAft>
              <a:buSzPts val="2800"/>
              <a:buNone/>
              <a:defRPr sz="3000">
                <a:latin typeface="Space Grotesk"/>
                <a:ea typeface="Space Grotesk"/>
                <a:cs typeface="Space Grotesk"/>
                <a:sym typeface="Space Grotesk"/>
              </a:defRPr>
            </a:lvl6pPr>
            <a:lvl7pPr lvl="6">
              <a:lnSpc>
                <a:spcPct val="115000"/>
              </a:lnSpc>
              <a:spcBef>
                <a:spcPts val="0"/>
              </a:spcBef>
              <a:spcAft>
                <a:spcPts val="0"/>
              </a:spcAft>
              <a:buSzPts val="2800"/>
              <a:buNone/>
              <a:defRPr sz="3000">
                <a:latin typeface="Space Grotesk"/>
                <a:ea typeface="Space Grotesk"/>
                <a:cs typeface="Space Grotesk"/>
                <a:sym typeface="Space Grotesk"/>
              </a:defRPr>
            </a:lvl7pPr>
            <a:lvl8pPr lvl="7">
              <a:lnSpc>
                <a:spcPct val="115000"/>
              </a:lnSpc>
              <a:spcBef>
                <a:spcPts val="0"/>
              </a:spcBef>
              <a:spcAft>
                <a:spcPts val="0"/>
              </a:spcAft>
              <a:buSzPts val="2800"/>
              <a:buNone/>
              <a:defRPr sz="3000">
                <a:latin typeface="Space Grotesk"/>
                <a:ea typeface="Space Grotesk"/>
                <a:cs typeface="Space Grotesk"/>
                <a:sym typeface="Space Grotesk"/>
              </a:defRPr>
            </a:lvl8pPr>
            <a:lvl9pPr lvl="8">
              <a:lnSpc>
                <a:spcPct val="115000"/>
              </a:lnSpc>
              <a:spcBef>
                <a:spcPts val="0"/>
              </a:spcBef>
              <a:spcAft>
                <a:spcPts val="0"/>
              </a:spcAft>
              <a:buSzPts val="2800"/>
              <a:buNone/>
              <a:defRPr sz="3000">
                <a:latin typeface="Space Grotesk"/>
                <a:ea typeface="Space Grotesk"/>
                <a:cs typeface="Space Grotesk"/>
                <a:sym typeface="Space Grotesk"/>
              </a:defRPr>
            </a:lvl9pPr>
          </a:lstStyle>
          <a:p/>
        </p:txBody>
      </p:sp>
      <p:grpSp>
        <p:nvGrpSpPr>
          <p:cNvPr id="279" name="Google Shape;279;p16"/>
          <p:cNvGrpSpPr/>
          <p:nvPr/>
        </p:nvGrpSpPr>
        <p:grpSpPr>
          <a:xfrm>
            <a:off x="-7338" y="1654487"/>
            <a:ext cx="9150854" cy="3491662"/>
            <a:chOff x="7059712" y="1295828"/>
            <a:chExt cx="2075400" cy="3601137"/>
          </a:xfrm>
        </p:grpSpPr>
        <p:sp>
          <p:nvSpPr>
            <p:cNvPr id="280" name="Google Shape;280;p16"/>
            <p:cNvSpPr/>
            <p:nvPr/>
          </p:nvSpPr>
          <p:spPr>
            <a:xfrm rot="-5400000">
              <a:off x="8683846" y="1589228"/>
              <a:ext cx="744600" cy="157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1" name="Google Shape;281;p16"/>
            <p:cNvSpPr/>
            <p:nvPr/>
          </p:nvSpPr>
          <p:spPr>
            <a:xfrm rot="-5400000">
              <a:off x="7635137" y="2417525"/>
              <a:ext cx="511500" cy="1660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2" name="Google Shape;282;p16"/>
            <p:cNvSpPr/>
            <p:nvPr/>
          </p:nvSpPr>
          <p:spPr>
            <a:xfrm>
              <a:off x="7061153" y="2040415"/>
              <a:ext cx="1919400" cy="10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3" name="Google Shape;283;p16"/>
            <p:cNvSpPr/>
            <p:nvPr/>
          </p:nvSpPr>
          <p:spPr>
            <a:xfrm rot="-5400000">
              <a:off x="7624952" y="3629915"/>
              <a:ext cx="703500" cy="1830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4" name="Google Shape;284;p16"/>
            <p:cNvSpPr/>
            <p:nvPr/>
          </p:nvSpPr>
          <p:spPr>
            <a:xfrm rot="-5400000">
              <a:off x="7696912" y="2785540"/>
              <a:ext cx="801000" cy="2075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285" name="Google Shape;285;p16"/>
          <p:cNvSpPr txBox="1"/>
          <p:nvPr>
            <p:ph idx="1" type="subTitle"/>
          </p:nvPr>
        </p:nvSpPr>
        <p:spPr>
          <a:xfrm>
            <a:off x="246850" y="2620050"/>
            <a:ext cx="6911700" cy="2271000"/>
          </a:xfrm>
          <a:prstGeom prst="rect">
            <a:avLst/>
          </a:prstGeom>
        </p:spPr>
        <p:txBody>
          <a:bodyPr anchorCtr="0" anchor="b" bIns="0" lIns="0" spcFirstLastPara="1" rIns="0" wrap="square" tIns="0">
            <a:normAutofit/>
          </a:bodyPr>
          <a:lstStyle>
            <a:lvl1pPr lvl="0">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1pPr>
            <a:lvl2pPr lvl="1">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2pPr>
            <a:lvl3pPr lvl="2">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3pPr>
            <a:lvl4pPr lvl="3">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4pPr>
            <a:lvl5pPr lvl="4">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5pPr>
            <a:lvl6pPr lvl="5">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6pPr>
            <a:lvl7pPr lvl="6">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7pPr>
            <a:lvl8pPr lvl="7">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8pPr>
            <a:lvl9pPr lvl="8">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9pPr>
          </a:lstStyle>
          <a:p/>
        </p:txBody>
      </p:sp>
    </p:spTree>
  </p:cSld>
  <p:clrMapOvr>
    <a:masterClrMapping/>
  </p:clrMapOvr>
  <p:extLst>
    <p:ext uri="{DCECCB84-F9BA-43D5-87BE-67443E8EF086}">
      <p15:sldGuideLst>
        <p15:guide id="1" orient="horz" pos="468">
          <p15:clr>
            <a:srgbClr val="E46962"/>
          </p15:clr>
        </p15:guide>
        <p15:guide id="2" orient="horz" pos="3081">
          <p15:clr>
            <a:srgbClr val="E46962"/>
          </p15:clr>
        </p15:guide>
        <p15:guide id="3" pos="454">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List">
  <p:cSld name="BLANK_1_1_1_1_1_1_1_1_1_1_1_2">
    <p:spTree>
      <p:nvGrpSpPr>
        <p:cNvPr id="286" name="Shape 286"/>
        <p:cNvGrpSpPr/>
        <p:nvPr/>
      </p:nvGrpSpPr>
      <p:grpSpPr>
        <a:xfrm>
          <a:off x="0" y="0"/>
          <a:ext cx="0" cy="0"/>
          <a:chOff x="0" y="0"/>
          <a:chExt cx="0" cy="0"/>
        </a:xfrm>
      </p:grpSpPr>
      <p:pic>
        <p:nvPicPr>
          <p:cNvPr id="287" name="Google Shape;287;p17"/>
          <p:cNvPicPr preferRelativeResize="0"/>
          <p:nvPr/>
        </p:nvPicPr>
        <p:blipFill rotWithShape="1">
          <a:blip r:embed="rId2">
            <a:alphaModFix/>
          </a:blip>
          <a:srcRect b="48373" l="72419" r="0" t="25661"/>
          <a:stretch/>
        </p:blipFill>
        <p:spPr>
          <a:xfrm>
            <a:off x="8451297" y="282525"/>
            <a:ext cx="305451" cy="287577"/>
          </a:xfrm>
          <a:prstGeom prst="rect">
            <a:avLst/>
          </a:prstGeom>
          <a:noFill/>
          <a:ln>
            <a:noFill/>
          </a:ln>
        </p:spPr>
      </p:pic>
      <p:sp>
        <p:nvSpPr>
          <p:cNvPr id="288" name="Google Shape;288;p17"/>
          <p:cNvSpPr txBox="1"/>
          <p:nvPr>
            <p:ph idx="1" type="subTitle"/>
          </p:nvPr>
        </p:nvSpPr>
        <p:spPr>
          <a:xfrm>
            <a:off x="246850" y="2493274"/>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2"/>
                </a:highlight>
              </a:defRPr>
            </a:lvl1pPr>
            <a:lvl2pPr lvl="1">
              <a:lnSpc>
                <a:spcPct val="80000"/>
              </a:lnSpc>
              <a:spcBef>
                <a:spcPts val="0"/>
              </a:spcBef>
              <a:spcAft>
                <a:spcPts val="0"/>
              </a:spcAft>
              <a:buSzPts val="1500"/>
              <a:buFont typeface="Space Grotesk"/>
              <a:buNone/>
              <a:defRPr sz="1500"/>
            </a:lvl2pPr>
            <a:lvl3pPr lvl="2">
              <a:lnSpc>
                <a:spcPct val="80000"/>
              </a:lnSpc>
              <a:spcBef>
                <a:spcPts val="0"/>
              </a:spcBef>
              <a:spcAft>
                <a:spcPts val="0"/>
              </a:spcAft>
              <a:buSzPts val="1500"/>
              <a:buFont typeface="Space Grotesk"/>
              <a:buNone/>
              <a:defRPr sz="1500"/>
            </a:lvl3pPr>
            <a:lvl4pPr lvl="3">
              <a:lnSpc>
                <a:spcPct val="80000"/>
              </a:lnSpc>
              <a:spcBef>
                <a:spcPts val="0"/>
              </a:spcBef>
              <a:spcAft>
                <a:spcPts val="0"/>
              </a:spcAft>
              <a:buSzPts val="1500"/>
              <a:buFont typeface="Space Grotesk"/>
              <a:buNone/>
              <a:defRPr sz="1500"/>
            </a:lvl4pPr>
            <a:lvl5pPr lvl="4">
              <a:lnSpc>
                <a:spcPct val="80000"/>
              </a:lnSpc>
              <a:spcBef>
                <a:spcPts val="0"/>
              </a:spcBef>
              <a:spcAft>
                <a:spcPts val="0"/>
              </a:spcAft>
              <a:buSzPts val="1500"/>
              <a:buFont typeface="Space Grotesk"/>
              <a:buNone/>
              <a:defRPr sz="1500"/>
            </a:lvl5pPr>
            <a:lvl6pPr lvl="5">
              <a:lnSpc>
                <a:spcPct val="80000"/>
              </a:lnSpc>
              <a:spcBef>
                <a:spcPts val="0"/>
              </a:spcBef>
              <a:spcAft>
                <a:spcPts val="0"/>
              </a:spcAft>
              <a:buSzPts val="1500"/>
              <a:buFont typeface="Space Grotesk"/>
              <a:buNone/>
              <a:defRPr sz="1500"/>
            </a:lvl6pPr>
            <a:lvl7pPr lvl="6">
              <a:lnSpc>
                <a:spcPct val="80000"/>
              </a:lnSpc>
              <a:spcBef>
                <a:spcPts val="0"/>
              </a:spcBef>
              <a:spcAft>
                <a:spcPts val="0"/>
              </a:spcAft>
              <a:buSzPts val="1500"/>
              <a:buFont typeface="Space Grotesk"/>
              <a:buNone/>
              <a:defRPr sz="1500"/>
            </a:lvl7pPr>
            <a:lvl8pPr lvl="7">
              <a:lnSpc>
                <a:spcPct val="80000"/>
              </a:lnSpc>
              <a:spcBef>
                <a:spcPts val="0"/>
              </a:spcBef>
              <a:spcAft>
                <a:spcPts val="0"/>
              </a:spcAft>
              <a:buSzPts val="1500"/>
              <a:buFont typeface="Space Grotesk"/>
              <a:buNone/>
              <a:defRPr sz="1500"/>
            </a:lvl8pPr>
            <a:lvl9pPr lvl="8">
              <a:lnSpc>
                <a:spcPct val="80000"/>
              </a:lnSpc>
              <a:spcBef>
                <a:spcPts val="0"/>
              </a:spcBef>
              <a:spcAft>
                <a:spcPts val="0"/>
              </a:spcAft>
              <a:buSzPts val="1500"/>
              <a:buFont typeface="Space Grotesk"/>
              <a:buNone/>
              <a:defRPr sz="1500"/>
            </a:lvl9pPr>
          </a:lstStyle>
          <a:p/>
        </p:txBody>
      </p:sp>
      <p:sp>
        <p:nvSpPr>
          <p:cNvPr id="289" name="Google Shape;289;p17"/>
          <p:cNvSpPr txBox="1"/>
          <p:nvPr>
            <p:ph idx="2" type="subTitle"/>
          </p:nvPr>
        </p:nvSpPr>
        <p:spPr>
          <a:xfrm>
            <a:off x="246850" y="2938475"/>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90" name="Google Shape;290;p17"/>
          <p:cNvSpPr txBox="1"/>
          <p:nvPr>
            <p:ph idx="3" type="subTitle"/>
          </p:nvPr>
        </p:nvSpPr>
        <p:spPr>
          <a:xfrm>
            <a:off x="246850" y="3101490"/>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291" name="Google Shape;291;p17"/>
          <p:cNvSpPr txBox="1"/>
          <p:nvPr>
            <p:ph idx="4" type="subTitle"/>
          </p:nvPr>
        </p:nvSpPr>
        <p:spPr>
          <a:xfrm>
            <a:off x="3135975" y="2493274"/>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4"/>
                </a:highlight>
              </a:defRPr>
            </a:lvl1pPr>
            <a:lvl2pPr lvl="1">
              <a:lnSpc>
                <a:spcPct val="80000"/>
              </a:lnSpc>
              <a:spcBef>
                <a:spcPts val="0"/>
              </a:spcBef>
              <a:spcAft>
                <a:spcPts val="0"/>
              </a:spcAft>
              <a:buSzPts val="1500"/>
              <a:buFont typeface="Space Grotesk"/>
              <a:buNone/>
              <a:defRPr sz="1500">
                <a:highlight>
                  <a:schemeClr val="accent4"/>
                </a:highlight>
              </a:defRPr>
            </a:lvl2pPr>
            <a:lvl3pPr lvl="2">
              <a:lnSpc>
                <a:spcPct val="80000"/>
              </a:lnSpc>
              <a:spcBef>
                <a:spcPts val="0"/>
              </a:spcBef>
              <a:spcAft>
                <a:spcPts val="0"/>
              </a:spcAft>
              <a:buSzPts val="1500"/>
              <a:buFont typeface="Space Grotesk"/>
              <a:buNone/>
              <a:defRPr sz="1500">
                <a:highlight>
                  <a:schemeClr val="accent4"/>
                </a:highlight>
              </a:defRPr>
            </a:lvl3pPr>
            <a:lvl4pPr lvl="3">
              <a:lnSpc>
                <a:spcPct val="80000"/>
              </a:lnSpc>
              <a:spcBef>
                <a:spcPts val="0"/>
              </a:spcBef>
              <a:spcAft>
                <a:spcPts val="0"/>
              </a:spcAft>
              <a:buSzPts val="1500"/>
              <a:buFont typeface="Space Grotesk"/>
              <a:buNone/>
              <a:defRPr sz="1500">
                <a:highlight>
                  <a:schemeClr val="accent4"/>
                </a:highlight>
              </a:defRPr>
            </a:lvl4pPr>
            <a:lvl5pPr lvl="4">
              <a:lnSpc>
                <a:spcPct val="80000"/>
              </a:lnSpc>
              <a:spcBef>
                <a:spcPts val="0"/>
              </a:spcBef>
              <a:spcAft>
                <a:spcPts val="0"/>
              </a:spcAft>
              <a:buSzPts val="1500"/>
              <a:buFont typeface="Space Grotesk"/>
              <a:buNone/>
              <a:defRPr sz="1500">
                <a:highlight>
                  <a:schemeClr val="accent4"/>
                </a:highlight>
              </a:defRPr>
            </a:lvl5pPr>
            <a:lvl6pPr lvl="5">
              <a:lnSpc>
                <a:spcPct val="80000"/>
              </a:lnSpc>
              <a:spcBef>
                <a:spcPts val="0"/>
              </a:spcBef>
              <a:spcAft>
                <a:spcPts val="0"/>
              </a:spcAft>
              <a:buSzPts val="1500"/>
              <a:buFont typeface="Space Grotesk"/>
              <a:buNone/>
              <a:defRPr sz="1500">
                <a:highlight>
                  <a:schemeClr val="accent4"/>
                </a:highlight>
              </a:defRPr>
            </a:lvl6pPr>
            <a:lvl7pPr lvl="6">
              <a:lnSpc>
                <a:spcPct val="80000"/>
              </a:lnSpc>
              <a:spcBef>
                <a:spcPts val="0"/>
              </a:spcBef>
              <a:spcAft>
                <a:spcPts val="0"/>
              </a:spcAft>
              <a:buSzPts val="1500"/>
              <a:buFont typeface="Space Grotesk"/>
              <a:buNone/>
              <a:defRPr sz="1500">
                <a:highlight>
                  <a:schemeClr val="accent4"/>
                </a:highlight>
              </a:defRPr>
            </a:lvl7pPr>
            <a:lvl8pPr lvl="7">
              <a:lnSpc>
                <a:spcPct val="80000"/>
              </a:lnSpc>
              <a:spcBef>
                <a:spcPts val="0"/>
              </a:spcBef>
              <a:spcAft>
                <a:spcPts val="0"/>
              </a:spcAft>
              <a:buSzPts val="1500"/>
              <a:buFont typeface="Space Grotesk"/>
              <a:buNone/>
              <a:defRPr sz="1500">
                <a:highlight>
                  <a:schemeClr val="accent4"/>
                </a:highlight>
              </a:defRPr>
            </a:lvl8pPr>
            <a:lvl9pPr lvl="8">
              <a:lnSpc>
                <a:spcPct val="80000"/>
              </a:lnSpc>
              <a:spcBef>
                <a:spcPts val="0"/>
              </a:spcBef>
              <a:spcAft>
                <a:spcPts val="0"/>
              </a:spcAft>
              <a:buSzPts val="1500"/>
              <a:buFont typeface="Space Grotesk"/>
              <a:buNone/>
              <a:defRPr sz="1500">
                <a:highlight>
                  <a:schemeClr val="accent4"/>
                </a:highlight>
              </a:defRPr>
            </a:lvl9pPr>
          </a:lstStyle>
          <a:p/>
        </p:txBody>
      </p:sp>
      <p:sp>
        <p:nvSpPr>
          <p:cNvPr id="292" name="Google Shape;292;p17"/>
          <p:cNvSpPr txBox="1"/>
          <p:nvPr>
            <p:ph idx="5" type="subTitle"/>
          </p:nvPr>
        </p:nvSpPr>
        <p:spPr>
          <a:xfrm>
            <a:off x="3135975" y="4097621"/>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5"/>
                </a:highlight>
              </a:defRPr>
            </a:lvl1pPr>
            <a:lvl2pPr lvl="1">
              <a:lnSpc>
                <a:spcPct val="80000"/>
              </a:lnSpc>
              <a:spcBef>
                <a:spcPts val="0"/>
              </a:spcBef>
              <a:spcAft>
                <a:spcPts val="0"/>
              </a:spcAft>
              <a:buSzPts val="1500"/>
              <a:buFont typeface="Space Grotesk"/>
              <a:buNone/>
              <a:defRPr sz="1500"/>
            </a:lvl2pPr>
            <a:lvl3pPr lvl="2">
              <a:lnSpc>
                <a:spcPct val="80000"/>
              </a:lnSpc>
              <a:spcBef>
                <a:spcPts val="0"/>
              </a:spcBef>
              <a:spcAft>
                <a:spcPts val="0"/>
              </a:spcAft>
              <a:buSzPts val="1500"/>
              <a:buFont typeface="Space Grotesk"/>
              <a:buNone/>
              <a:defRPr sz="1500"/>
            </a:lvl3pPr>
            <a:lvl4pPr lvl="3">
              <a:lnSpc>
                <a:spcPct val="80000"/>
              </a:lnSpc>
              <a:spcBef>
                <a:spcPts val="0"/>
              </a:spcBef>
              <a:spcAft>
                <a:spcPts val="0"/>
              </a:spcAft>
              <a:buSzPts val="1500"/>
              <a:buFont typeface="Space Grotesk"/>
              <a:buNone/>
              <a:defRPr sz="1500"/>
            </a:lvl4pPr>
            <a:lvl5pPr lvl="4">
              <a:lnSpc>
                <a:spcPct val="80000"/>
              </a:lnSpc>
              <a:spcBef>
                <a:spcPts val="0"/>
              </a:spcBef>
              <a:spcAft>
                <a:spcPts val="0"/>
              </a:spcAft>
              <a:buSzPts val="1500"/>
              <a:buFont typeface="Space Grotesk"/>
              <a:buNone/>
              <a:defRPr sz="1500"/>
            </a:lvl5pPr>
            <a:lvl6pPr lvl="5">
              <a:lnSpc>
                <a:spcPct val="80000"/>
              </a:lnSpc>
              <a:spcBef>
                <a:spcPts val="0"/>
              </a:spcBef>
              <a:spcAft>
                <a:spcPts val="0"/>
              </a:spcAft>
              <a:buSzPts val="1500"/>
              <a:buFont typeface="Space Grotesk"/>
              <a:buNone/>
              <a:defRPr sz="1500"/>
            </a:lvl6pPr>
            <a:lvl7pPr lvl="6">
              <a:lnSpc>
                <a:spcPct val="80000"/>
              </a:lnSpc>
              <a:spcBef>
                <a:spcPts val="0"/>
              </a:spcBef>
              <a:spcAft>
                <a:spcPts val="0"/>
              </a:spcAft>
              <a:buSzPts val="1500"/>
              <a:buFont typeface="Space Grotesk"/>
              <a:buNone/>
              <a:defRPr sz="1500"/>
            </a:lvl7pPr>
            <a:lvl8pPr lvl="7">
              <a:lnSpc>
                <a:spcPct val="80000"/>
              </a:lnSpc>
              <a:spcBef>
                <a:spcPts val="0"/>
              </a:spcBef>
              <a:spcAft>
                <a:spcPts val="0"/>
              </a:spcAft>
              <a:buSzPts val="1500"/>
              <a:buFont typeface="Space Grotesk"/>
              <a:buNone/>
              <a:defRPr sz="1500"/>
            </a:lvl8pPr>
            <a:lvl9pPr lvl="8">
              <a:lnSpc>
                <a:spcPct val="80000"/>
              </a:lnSpc>
              <a:spcBef>
                <a:spcPts val="0"/>
              </a:spcBef>
              <a:spcAft>
                <a:spcPts val="0"/>
              </a:spcAft>
              <a:buSzPts val="1500"/>
              <a:buFont typeface="Space Grotesk"/>
              <a:buNone/>
              <a:defRPr sz="1500"/>
            </a:lvl9pPr>
          </a:lstStyle>
          <a:p/>
        </p:txBody>
      </p:sp>
      <p:sp>
        <p:nvSpPr>
          <p:cNvPr id="293" name="Google Shape;293;p17"/>
          <p:cNvSpPr txBox="1"/>
          <p:nvPr>
            <p:ph type="title"/>
          </p:nvPr>
        </p:nvSpPr>
        <p:spPr>
          <a:xfrm>
            <a:off x="237641" y="203879"/>
            <a:ext cx="6480300" cy="212400"/>
          </a:xfrm>
          <a:prstGeom prst="rect">
            <a:avLst/>
          </a:prstGeom>
        </p:spPr>
        <p:txBody>
          <a:bodyPr anchorCtr="0" anchor="t" bIns="0" lIns="0" spcFirstLastPara="1" rIns="0" wrap="square" tIns="0">
            <a:spAutoFit/>
          </a:bodyPr>
          <a:lstStyle>
            <a:lvl1pPr lvl="0">
              <a:spcBef>
                <a:spcPts val="0"/>
              </a:spcBef>
              <a:spcAft>
                <a:spcPts val="0"/>
              </a:spcAft>
              <a:buSzPts val="2800"/>
              <a:buNone/>
              <a:defRPr sz="1500"/>
            </a:lvl1pPr>
            <a:lvl2pPr lvl="1">
              <a:lnSpc>
                <a:spcPct val="115000"/>
              </a:lnSpc>
              <a:spcBef>
                <a:spcPts val="0"/>
              </a:spcBef>
              <a:spcAft>
                <a:spcPts val="0"/>
              </a:spcAft>
              <a:buSzPts val="2800"/>
              <a:buNone/>
              <a:defRPr sz="3000">
                <a:latin typeface="Arial"/>
                <a:ea typeface="Arial"/>
                <a:cs typeface="Arial"/>
                <a:sym typeface="Arial"/>
              </a:defRPr>
            </a:lvl2pPr>
            <a:lvl3pPr lvl="2">
              <a:lnSpc>
                <a:spcPct val="115000"/>
              </a:lnSpc>
              <a:spcBef>
                <a:spcPts val="0"/>
              </a:spcBef>
              <a:spcAft>
                <a:spcPts val="0"/>
              </a:spcAft>
              <a:buSzPts val="2800"/>
              <a:buNone/>
              <a:defRPr sz="3000">
                <a:latin typeface="Arial"/>
                <a:ea typeface="Arial"/>
                <a:cs typeface="Arial"/>
                <a:sym typeface="Arial"/>
              </a:defRPr>
            </a:lvl3pPr>
            <a:lvl4pPr lvl="3">
              <a:lnSpc>
                <a:spcPct val="115000"/>
              </a:lnSpc>
              <a:spcBef>
                <a:spcPts val="0"/>
              </a:spcBef>
              <a:spcAft>
                <a:spcPts val="0"/>
              </a:spcAft>
              <a:buSzPts val="2800"/>
              <a:buNone/>
              <a:defRPr sz="3000">
                <a:latin typeface="Arial"/>
                <a:ea typeface="Arial"/>
                <a:cs typeface="Arial"/>
                <a:sym typeface="Arial"/>
              </a:defRPr>
            </a:lvl4pPr>
            <a:lvl5pPr lvl="4">
              <a:lnSpc>
                <a:spcPct val="115000"/>
              </a:lnSpc>
              <a:spcBef>
                <a:spcPts val="0"/>
              </a:spcBef>
              <a:spcAft>
                <a:spcPts val="0"/>
              </a:spcAft>
              <a:buSzPts val="2800"/>
              <a:buNone/>
              <a:defRPr sz="3000">
                <a:latin typeface="Arial"/>
                <a:ea typeface="Arial"/>
                <a:cs typeface="Arial"/>
                <a:sym typeface="Arial"/>
              </a:defRPr>
            </a:lvl5pPr>
            <a:lvl6pPr lvl="5">
              <a:lnSpc>
                <a:spcPct val="115000"/>
              </a:lnSpc>
              <a:spcBef>
                <a:spcPts val="0"/>
              </a:spcBef>
              <a:spcAft>
                <a:spcPts val="0"/>
              </a:spcAft>
              <a:buSzPts val="2800"/>
              <a:buNone/>
              <a:defRPr sz="3000">
                <a:latin typeface="Arial"/>
                <a:ea typeface="Arial"/>
                <a:cs typeface="Arial"/>
                <a:sym typeface="Arial"/>
              </a:defRPr>
            </a:lvl6pPr>
            <a:lvl7pPr lvl="6">
              <a:lnSpc>
                <a:spcPct val="115000"/>
              </a:lnSpc>
              <a:spcBef>
                <a:spcPts val="0"/>
              </a:spcBef>
              <a:spcAft>
                <a:spcPts val="0"/>
              </a:spcAft>
              <a:buSzPts val="2800"/>
              <a:buNone/>
              <a:defRPr sz="3000">
                <a:latin typeface="Arial"/>
                <a:ea typeface="Arial"/>
                <a:cs typeface="Arial"/>
                <a:sym typeface="Arial"/>
              </a:defRPr>
            </a:lvl7pPr>
            <a:lvl8pPr lvl="7">
              <a:lnSpc>
                <a:spcPct val="115000"/>
              </a:lnSpc>
              <a:spcBef>
                <a:spcPts val="0"/>
              </a:spcBef>
              <a:spcAft>
                <a:spcPts val="0"/>
              </a:spcAft>
              <a:buSzPts val="2800"/>
              <a:buNone/>
              <a:defRPr sz="3000">
                <a:latin typeface="Arial"/>
                <a:ea typeface="Arial"/>
                <a:cs typeface="Arial"/>
                <a:sym typeface="Arial"/>
              </a:defRPr>
            </a:lvl8pPr>
            <a:lvl9pPr lvl="8">
              <a:lnSpc>
                <a:spcPct val="115000"/>
              </a:lnSpc>
              <a:spcBef>
                <a:spcPts val="0"/>
              </a:spcBef>
              <a:spcAft>
                <a:spcPts val="0"/>
              </a:spcAft>
              <a:buSzPts val="2800"/>
              <a:buNone/>
              <a:defRPr sz="3000">
                <a:latin typeface="Arial"/>
                <a:ea typeface="Arial"/>
                <a:cs typeface="Arial"/>
                <a:sym typeface="Arial"/>
              </a:defRPr>
            </a:lvl9pPr>
          </a:lstStyle>
          <a:p/>
        </p:txBody>
      </p:sp>
      <p:sp>
        <p:nvSpPr>
          <p:cNvPr id="294" name="Google Shape;294;p17"/>
          <p:cNvSpPr txBox="1"/>
          <p:nvPr>
            <p:ph idx="6" type="subTitle"/>
          </p:nvPr>
        </p:nvSpPr>
        <p:spPr>
          <a:xfrm>
            <a:off x="246850" y="3513916"/>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95" name="Google Shape;295;p17"/>
          <p:cNvSpPr txBox="1"/>
          <p:nvPr>
            <p:ph idx="7" type="subTitle"/>
          </p:nvPr>
        </p:nvSpPr>
        <p:spPr>
          <a:xfrm>
            <a:off x="246850" y="3676931"/>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296" name="Google Shape;296;p17"/>
          <p:cNvSpPr txBox="1"/>
          <p:nvPr>
            <p:ph idx="8" type="subTitle"/>
          </p:nvPr>
        </p:nvSpPr>
        <p:spPr>
          <a:xfrm>
            <a:off x="246850" y="4098291"/>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97" name="Google Shape;297;p17"/>
          <p:cNvSpPr txBox="1"/>
          <p:nvPr>
            <p:ph idx="9" type="subTitle"/>
          </p:nvPr>
        </p:nvSpPr>
        <p:spPr>
          <a:xfrm>
            <a:off x="246850" y="4261306"/>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298" name="Google Shape;298;p17"/>
          <p:cNvSpPr txBox="1"/>
          <p:nvPr>
            <p:ph idx="13" type="subTitle"/>
          </p:nvPr>
        </p:nvSpPr>
        <p:spPr>
          <a:xfrm>
            <a:off x="3135975" y="2938475"/>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99" name="Google Shape;299;p17"/>
          <p:cNvSpPr txBox="1"/>
          <p:nvPr>
            <p:ph idx="14" type="subTitle"/>
          </p:nvPr>
        </p:nvSpPr>
        <p:spPr>
          <a:xfrm>
            <a:off x="3135975" y="3101490"/>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300" name="Google Shape;300;p17"/>
          <p:cNvSpPr txBox="1"/>
          <p:nvPr>
            <p:ph idx="15" type="subTitle"/>
          </p:nvPr>
        </p:nvSpPr>
        <p:spPr>
          <a:xfrm>
            <a:off x="3135975" y="3513916"/>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01" name="Google Shape;301;p17"/>
          <p:cNvSpPr txBox="1"/>
          <p:nvPr>
            <p:ph idx="16" type="subTitle"/>
          </p:nvPr>
        </p:nvSpPr>
        <p:spPr>
          <a:xfrm>
            <a:off x="3135975" y="3676931"/>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302" name="Google Shape;302;p17"/>
          <p:cNvSpPr txBox="1"/>
          <p:nvPr>
            <p:ph idx="17" type="subTitle"/>
          </p:nvPr>
        </p:nvSpPr>
        <p:spPr>
          <a:xfrm>
            <a:off x="3135975" y="4546391"/>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03" name="Google Shape;303;p17"/>
          <p:cNvSpPr txBox="1"/>
          <p:nvPr>
            <p:ph idx="18" type="subTitle"/>
          </p:nvPr>
        </p:nvSpPr>
        <p:spPr>
          <a:xfrm>
            <a:off x="3135975" y="4709406"/>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Tree>
  </p:cSld>
  <p:clrMapOvr>
    <a:masterClrMapping/>
  </p:clrMapOvr>
  <p:extLst>
    <p:ext uri="{DCECCB84-F9BA-43D5-87BE-67443E8EF086}">
      <p15:sldGuideLst>
        <p15:guide id="1" orient="horz" pos="468">
          <p15:clr>
            <a:srgbClr val="E46962"/>
          </p15:clr>
        </p15:guide>
        <p15:guide id="2" orient="horz" pos="3081">
          <p15:clr>
            <a:srgbClr val="E46962"/>
          </p15:clr>
        </p15:guide>
        <p15:guide id="3" pos="454">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2_1_1">
    <p:spTree>
      <p:nvGrpSpPr>
        <p:cNvPr id="304" name="Shape 304"/>
        <p:cNvGrpSpPr/>
        <p:nvPr/>
      </p:nvGrpSpPr>
      <p:grpSpPr>
        <a:xfrm>
          <a:off x="0" y="0"/>
          <a:ext cx="0" cy="0"/>
          <a:chOff x="0" y="0"/>
          <a:chExt cx="0" cy="0"/>
        </a:xfrm>
      </p:grpSpPr>
      <p:grpSp>
        <p:nvGrpSpPr>
          <p:cNvPr id="305" name="Google Shape;305;p18"/>
          <p:cNvGrpSpPr/>
          <p:nvPr/>
        </p:nvGrpSpPr>
        <p:grpSpPr>
          <a:xfrm>
            <a:off x="3343784" y="3174433"/>
            <a:ext cx="4804343" cy="1969075"/>
            <a:chOff x="4110075" y="3174500"/>
            <a:chExt cx="4385125" cy="2181075"/>
          </a:xfrm>
        </p:grpSpPr>
        <p:sp>
          <p:nvSpPr>
            <p:cNvPr id="306" name="Google Shape;306;p18"/>
            <p:cNvSpPr/>
            <p:nvPr/>
          </p:nvSpPr>
          <p:spPr>
            <a:xfrm>
              <a:off x="5326300" y="4270475"/>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07" name="Google Shape;307;p18"/>
            <p:cNvSpPr/>
            <p:nvPr/>
          </p:nvSpPr>
          <p:spPr>
            <a:xfrm>
              <a:off x="4707825" y="36987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08" name="Google Shape;308;p18"/>
            <p:cNvSpPr/>
            <p:nvPr/>
          </p:nvSpPr>
          <p:spPr>
            <a:xfrm>
              <a:off x="4110075" y="31745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309" name="Google Shape;309;p18"/>
          <p:cNvGrpSpPr/>
          <p:nvPr/>
        </p:nvGrpSpPr>
        <p:grpSpPr>
          <a:xfrm>
            <a:off x="4340393" y="1752191"/>
            <a:ext cx="4804343" cy="1969075"/>
            <a:chOff x="4110075" y="3174500"/>
            <a:chExt cx="4385125" cy="2181075"/>
          </a:xfrm>
        </p:grpSpPr>
        <p:sp>
          <p:nvSpPr>
            <p:cNvPr id="310" name="Google Shape;310;p18"/>
            <p:cNvSpPr/>
            <p:nvPr/>
          </p:nvSpPr>
          <p:spPr>
            <a:xfrm>
              <a:off x="5326300" y="4270475"/>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1" name="Google Shape;311;p18"/>
            <p:cNvSpPr/>
            <p:nvPr/>
          </p:nvSpPr>
          <p:spPr>
            <a:xfrm>
              <a:off x="4707825" y="36987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2" name="Google Shape;312;p18"/>
            <p:cNvSpPr/>
            <p:nvPr/>
          </p:nvSpPr>
          <p:spPr>
            <a:xfrm>
              <a:off x="4110075" y="31745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313" name="Google Shape;313;p18"/>
          <p:cNvGrpSpPr/>
          <p:nvPr/>
        </p:nvGrpSpPr>
        <p:grpSpPr>
          <a:xfrm>
            <a:off x="4790942" y="0"/>
            <a:ext cx="4353074" cy="2254435"/>
            <a:chOff x="5469800" y="-26200"/>
            <a:chExt cx="3674100" cy="2368850"/>
          </a:xfrm>
        </p:grpSpPr>
        <p:sp>
          <p:nvSpPr>
            <p:cNvPr id="314" name="Google Shape;314;p18"/>
            <p:cNvSpPr/>
            <p:nvPr/>
          </p:nvSpPr>
          <p:spPr>
            <a:xfrm>
              <a:off x="5701100" y="1018750"/>
              <a:ext cx="3442800" cy="1323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5" name="Google Shape;315;p18"/>
            <p:cNvSpPr/>
            <p:nvPr/>
          </p:nvSpPr>
          <p:spPr>
            <a:xfrm>
              <a:off x="5469800" y="-26200"/>
              <a:ext cx="3674100" cy="1944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316" name="Google Shape;316;p18"/>
          <p:cNvGrpSpPr/>
          <p:nvPr/>
        </p:nvGrpSpPr>
        <p:grpSpPr>
          <a:xfrm>
            <a:off x="4340407" y="3174433"/>
            <a:ext cx="4804343" cy="1969075"/>
            <a:chOff x="4110075" y="3174500"/>
            <a:chExt cx="4385125" cy="2181075"/>
          </a:xfrm>
        </p:grpSpPr>
        <p:sp>
          <p:nvSpPr>
            <p:cNvPr id="317" name="Google Shape;317;p18"/>
            <p:cNvSpPr/>
            <p:nvPr/>
          </p:nvSpPr>
          <p:spPr>
            <a:xfrm>
              <a:off x="5326300" y="4270475"/>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8" name="Google Shape;318;p18"/>
            <p:cNvSpPr/>
            <p:nvPr/>
          </p:nvSpPr>
          <p:spPr>
            <a:xfrm>
              <a:off x="4707825" y="36987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9" name="Google Shape;319;p18"/>
            <p:cNvSpPr/>
            <p:nvPr/>
          </p:nvSpPr>
          <p:spPr>
            <a:xfrm>
              <a:off x="4110075" y="31745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320" name="Google Shape;320;p18"/>
          <p:cNvSpPr txBox="1"/>
          <p:nvPr>
            <p:ph idx="1" type="subTitle"/>
          </p:nvPr>
        </p:nvSpPr>
        <p:spPr>
          <a:xfrm>
            <a:off x="5619076" y="1752200"/>
            <a:ext cx="2247600" cy="506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p:txBody>
      </p:sp>
      <p:sp>
        <p:nvSpPr>
          <p:cNvPr id="321" name="Google Shape;321;p18"/>
          <p:cNvSpPr txBox="1"/>
          <p:nvPr>
            <p:ph idx="2" type="subTitle"/>
          </p:nvPr>
        </p:nvSpPr>
        <p:spPr>
          <a:xfrm>
            <a:off x="5619076" y="2971501"/>
            <a:ext cx="2291400" cy="4866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p:txBody>
      </p:sp>
      <p:sp>
        <p:nvSpPr>
          <p:cNvPr id="322" name="Google Shape;322;p18"/>
          <p:cNvSpPr txBox="1"/>
          <p:nvPr>
            <p:ph idx="3" type="subTitle"/>
          </p:nvPr>
        </p:nvSpPr>
        <p:spPr>
          <a:xfrm>
            <a:off x="5619076" y="603850"/>
            <a:ext cx="2291400" cy="506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p:txBody>
      </p:sp>
      <p:sp>
        <p:nvSpPr>
          <p:cNvPr id="323" name="Google Shape;323;p18"/>
          <p:cNvSpPr txBox="1"/>
          <p:nvPr>
            <p:ph idx="4" type="subTitle"/>
          </p:nvPr>
        </p:nvSpPr>
        <p:spPr>
          <a:xfrm>
            <a:off x="5619076" y="2339999"/>
            <a:ext cx="2436300" cy="4866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p:txBody>
      </p:sp>
      <p:sp>
        <p:nvSpPr>
          <p:cNvPr id="324" name="Google Shape;324;p18"/>
          <p:cNvSpPr txBox="1"/>
          <p:nvPr>
            <p:ph idx="5" type="subTitle"/>
          </p:nvPr>
        </p:nvSpPr>
        <p:spPr>
          <a:xfrm>
            <a:off x="5619076" y="1179625"/>
            <a:ext cx="2436300" cy="4866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p:txBody>
      </p:sp>
      <p:sp>
        <p:nvSpPr>
          <p:cNvPr id="325" name="Google Shape;325;p18"/>
          <p:cNvSpPr txBox="1"/>
          <p:nvPr>
            <p:ph idx="6" type="subTitle"/>
          </p:nvPr>
        </p:nvSpPr>
        <p:spPr>
          <a:xfrm>
            <a:off x="5619076" y="3518350"/>
            <a:ext cx="2436300" cy="4866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p:txBody>
      </p:sp>
      <p:sp>
        <p:nvSpPr>
          <p:cNvPr id="326" name="Google Shape;326;p18"/>
          <p:cNvSpPr txBox="1"/>
          <p:nvPr>
            <p:ph type="title"/>
          </p:nvPr>
        </p:nvSpPr>
        <p:spPr>
          <a:xfrm>
            <a:off x="743700" y="743700"/>
            <a:ext cx="4686000" cy="18369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7700">
                <a:latin typeface="Space Grotesk"/>
                <a:ea typeface="Space Grotesk"/>
                <a:cs typeface="Space Grotesk"/>
                <a:sym typeface="Space Grotesk"/>
              </a:defRPr>
            </a:lvl1pPr>
            <a:lvl2pPr lvl="1">
              <a:lnSpc>
                <a:spcPct val="115000"/>
              </a:lnSpc>
              <a:spcBef>
                <a:spcPts val="0"/>
              </a:spcBef>
              <a:spcAft>
                <a:spcPts val="0"/>
              </a:spcAft>
              <a:buSzPts val="2800"/>
              <a:buNone/>
              <a:defRPr sz="3900"/>
            </a:lvl2pPr>
            <a:lvl3pPr lvl="2">
              <a:lnSpc>
                <a:spcPct val="115000"/>
              </a:lnSpc>
              <a:spcBef>
                <a:spcPts val="0"/>
              </a:spcBef>
              <a:spcAft>
                <a:spcPts val="0"/>
              </a:spcAft>
              <a:buSzPts val="2800"/>
              <a:buNone/>
              <a:defRPr sz="3900"/>
            </a:lvl3pPr>
            <a:lvl4pPr lvl="3">
              <a:lnSpc>
                <a:spcPct val="115000"/>
              </a:lnSpc>
              <a:spcBef>
                <a:spcPts val="0"/>
              </a:spcBef>
              <a:spcAft>
                <a:spcPts val="0"/>
              </a:spcAft>
              <a:buSzPts val="2800"/>
              <a:buNone/>
              <a:defRPr sz="3900"/>
            </a:lvl4pPr>
            <a:lvl5pPr lvl="4">
              <a:lnSpc>
                <a:spcPct val="115000"/>
              </a:lnSpc>
              <a:spcBef>
                <a:spcPts val="0"/>
              </a:spcBef>
              <a:spcAft>
                <a:spcPts val="0"/>
              </a:spcAft>
              <a:buSzPts val="2800"/>
              <a:buNone/>
              <a:defRPr sz="3900"/>
            </a:lvl5pPr>
            <a:lvl6pPr lvl="5">
              <a:lnSpc>
                <a:spcPct val="115000"/>
              </a:lnSpc>
              <a:spcBef>
                <a:spcPts val="0"/>
              </a:spcBef>
              <a:spcAft>
                <a:spcPts val="0"/>
              </a:spcAft>
              <a:buSzPts val="2800"/>
              <a:buNone/>
              <a:defRPr sz="3900"/>
            </a:lvl6pPr>
            <a:lvl7pPr lvl="6">
              <a:lnSpc>
                <a:spcPct val="115000"/>
              </a:lnSpc>
              <a:spcBef>
                <a:spcPts val="0"/>
              </a:spcBef>
              <a:spcAft>
                <a:spcPts val="0"/>
              </a:spcAft>
              <a:buSzPts val="2800"/>
              <a:buNone/>
              <a:defRPr sz="3900"/>
            </a:lvl7pPr>
            <a:lvl8pPr lvl="7">
              <a:lnSpc>
                <a:spcPct val="115000"/>
              </a:lnSpc>
              <a:spcBef>
                <a:spcPts val="0"/>
              </a:spcBef>
              <a:spcAft>
                <a:spcPts val="0"/>
              </a:spcAft>
              <a:buSzPts val="2800"/>
              <a:buNone/>
              <a:defRPr sz="3900"/>
            </a:lvl8pPr>
            <a:lvl9pPr lvl="8">
              <a:lnSpc>
                <a:spcPct val="115000"/>
              </a:lnSpc>
              <a:spcBef>
                <a:spcPts val="0"/>
              </a:spcBef>
              <a:spcAft>
                <a:spcPts val="0"/>
              </a:spcAft>
              <a:buSzPts val="2800"/>
              <a:buNone/>
              <a:defRPr sz="3900"/>
            </a:lvl9pPr>
          </a:lstStyle>
          <a:p/>
        </p:txBody>
      </p:sp>
    </p:spTree>
  </p:cSld>
  <p:clrMapOvr>
    <a:masterClrMapping/>
  </p:clrMapOvr>
  <p:extLst>
    <p:ext uri="{DCECCB84-F9BA-43D5-87BE-67443E8EF086}">
      <p15:sldGuideLst>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_2">
    <p:bg>
      <p:bgPr>
        <a:solidFill>
          <a:schemeClr val="accent2"/>
        </a:solidFill>
      </p:bgPr>
    </p:bg>
    <p:spTree>
      <p:nvGrpSpPr>
        <p:cNvPr id="327" name="Shape 327"/>
        <p:cNvGrpSpPr/>
        <p:nvPr/>
      </p:nvGrpSpPr>
      <p:grpSpPr>
        <a:xfrm>
          <a:off x="0" y="0"/>
          <a:ext cx="0" cy="0"/>
          <a:chOff x="0" y="0"/>
          <a:chExt cx="0" cy="0"/>
        </a:xfrm>
      </p:grpSpPr>
      <p:grpSp>
        <p:nvGrpSpPr>
          <p:cNvPr id="328" name="Google Shape;328;p19"/>
          <p:cNvGrpSpPr/>
          <p:nvPr/>
        </p:nvGrpSpPr>
        <p:grpSpPr>
          <a:xfrm>
            <a:off x="2337800" y="-3225"/>
            <a:ext cx="6806000" cy="5187625"/>
            <a:chOff x="2337800" y="-3225"/>
            <a:chExt cx="6806000" cy="5187625"/>
          </a:xfrm>
        </p:grpSpPr>
        <p:sp>
          <p:nvSpPr>
            <p:cNvPr id="329" name="Google Shape;329;p19"/>
            <p:cNvSpPr/>
            <p:nvPr/>
          </p:nvSpPr>
          <p:spPr>
            <a:xfrm>
              <a:off x="4521450" y="1439175"/>
              <a:ext cx="4018800" cy="9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sp>
          <p:nvSpPr>
            <p:cNvPr id="330" name="Google Shape;330;p19"/>
            <p:cNvSpPr/>
            <p:nvPr/>
          </p:nvSpPr>
          <p:spPr>
            <a:xfrm>
              <a:off x="3555075" y="2289675"/>
              <a:ext cx="3597000" cy="144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sp>
          <p:nvSpPr>
            <p:cNvPr id="331" name="Google Shape;331;p19"/>
            <p:cNvSpPr/>
            <p:nvPr/>
          </p:nvSpPr>
          <p:spPr>
            <a:xfrm>
              <a:off x="5626900" y="-3225"/>
              <a:ext cx="3516900" cy="1836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sp>
          <p:nvSpPr>
            <p:cNvPr id="332" name="Google Shape;332;p19"/>
            <p:cNvSpPr/>
            <p:nvPr/>
          </p:nvSpPr>
          <p:spPr>
            <a:xfrm>
              <a:off x="2337800" y="3695800"/>
              <a:ext cx="3597000" cy="1488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grpSp>
      <p:sp>
        <p:nvSpPr>
          <p:cNvPr id="333" name="Google Shape;333;p19"/>
          <p:cNvSpPr txBox="1"/>
          <p:nvPr>
            <p:ph type="title"/>
          </p:nvPr>
        </p:nvSpPr>
        <p:spPr>
          <a:xfrm>
            <a:off x="743700" y="743700"/>
            <a:ext cx="4299000" cy="1792500"/>
          </a:xfrm>
          <a:prstGeom prst="rect">
            <a:avLst/>
          </a:prstGeom>
        </p:spPr>
        <p:txBody>
          <a:bodyPr anchorCtr="0" anchor="t" bIns="0" lIns="0" spcFirstLastPara="1" rIns="0" wrap="square" tIns="0">
            <a:spAutoFit/>
          </a:bodyPr>
          <a:lstStyle>
            <a:lvl1pPr lvl="0">
              <a:lnSpc>
                <a:spcPct val="80000"/>
              </a:lnSpc>
              <a:spcBef>
                <a:spcPts val="0"/>
              </a:spcBef>
              <a:spcAft>
                <a:spcPts val="0"/>
              </a:spcAft>
              <a:buSzPts val="2800"/>
              <a:buNone/>
              <a:defRPr sz="7700">
                <a:latin typeface="Space Grotesk"/>
                <a:ea typeface="Space Grotesk"/>
                <a:cs typeface="Space Grotesk"/>
                <a:sym typeface="Space Grotesk"/>
              </a:defRPr>
            </a:lvl1pPr>
            <a:lvl2pPr lvl="1">
              <a:lnSpc>
                <a:spcPct val="115000"/>
              </a:lnSpc>
              <a:spcBef>
                <a:spcPts val="0"/>
              </a:spcBef>
              <a:spcAft>
                <a:spcPts val="0"/>
              </a:spcAft>
              <a:buSzPts val="2800"/>
              <a:buNone/>
              <a:defRPr sz="3900"/>
            </a:lvl2pPr>
            <a:lvl3pPr lvl="2">
              <a:lnSpc>
                <a:spcPct val="115000"/>
              </a:lnSpc>
              <a:spcBef>
                <a:spcPts val="0"/>
              </a:spcBef>
              <a:spcAft>
                <a:spcPts val="0"/>
              </a:spcAft>
              <a:buSzPts val="2800"/>
              <a:buNone/>
              <a:defRPr sz="3900"/>
            </a:lvl3pPr>
            <a:lvl4pPr lvl="3">
              <a:lnSpc>
                <a:spcPct val="115000"/>
              </a:lnSpc>
              <a:spcBef>
                <a:spcPts val="0"/>
              </a:spcBef>
              <a:spcAft>
                <a:spcPts val="0"/>
              </a:spcAft>
              <a:buSzPts val="2800"/>
              <a:buNone/>
              <a:defRPr sz="3900"/>
            </a:lvl4pPr>
            <a:lvl5pPr lvl="4">
              <a:lnSpc>
                <a:spcPct val="115000"/>
              </a:lnSpc>
              <a:spcBef>
                <a:spcPts val="0"/>
              </a:spcBef>
              <a:spcAft>
                <a:spcPts val="0"/>
              </a:spcAft>
              <a:buSzPts val="2800"/>
              <a:buNone/>
              <a:defRPr sz="3900"/>
            </a:lvl5pPr>
            <a:lvl6pPr lvl="5">
              <a:lnSpc>
                <a:spcPct val="115000"/>
              </a:lnSpc>
              <a:spcBef>
                <a:spcPts val="0"/>
              </a:spcBef>
              <a:spcAft>
                <a:spcPts val="0"/>
              </a:spcAft>
              <a:buSzPts val="2800"/>
              <a:buNone/>
              <a:defRPr sz="3900"/>
            </a:lvl6pPr>
            <a:lvl7pPr lvl="6">
              <a:lnSpc>
                <a:spcPct val="115000"/>
              </a:lnSpc>
              <a:spcBef>
                <a:spcPts val="0"/>
              </a:spcBef>
              <a:spcAft>
                <a:spcPts val="0"/>
              </a:spcAft>
              <a:buSzPts val="2800"/>
              <a:buNone/>
              <a:defRPr sz="3900"/>
            </a:lvl7pPr>
            <a:lvl8pPr lvl="7">
              <a:lnSpc>
                <a:spcPct val="115000"/>
              </a:lnSpc>
              <a:spcBef>
                <a:spcPts val="0"/>
              </a:spcBef>
              <a:spcAft>
                <a:spcPts val="0"/>
              </a:spcAft>
              <a:buSzPts val="2800"/>
              <a:buNone/>
              <a:defRPr sz="3900"/>
            </a:lvl8pPr>
            <a:lvl9pPr lvl="8">
              <a:lnSpc>
                <a:spcPct val="115000"/>
              </a:lnSpc>
              <a:spcBef>
                <a:spcPts val="0"/>
              </a:spcBef>
              <a:spcAft>
                <a:spcPts val="0"/>
              </a:spcAft>
              <a:buSzPts val="2800"/>
              <a:buNone/>
              <a:defRPr sz="3900"/>
            </a:lvl9pPr>
          </a:lstStyle>
          <a:p/>
        </p:txBody>
      </p:sp>
      <p:sp>
        <p:nvSpPr>
          <p:cNvPr id="334" name="Google Shape;334;p19"/>
          <p:cNvSpPr txBox="1"/>
          <p:nvPr>
            <p:ph idx="2" type="title"/>
          </p:nvPr>
        </p:nvSpPr>
        <p:spPr>
          <a:xfrm>
            <a:off x="3872475" y="2694025"/>
            <a:ext cx="2962200" cy="1705800"/>
          </a:xfrm>
          <a:prstGeom prst="rect">
            <a:avLst/>
          </a:prstGeom>
        </p:spPr>
        <p:txBody>
          <a:bodyPr anchorCtr="0" anchor="t" bIns="0" lIns="0" spcFirstLastPara="1" rIns="0" wrap="square" tIns="0">
            <a:noAutofit/>
          </a:bodyPr>
          <a:lstStyle>
            <a:lvl1pPr lvl="0">
              <a:spcBef>
                <a:spcPts val="0"/>
              </a:spcBef>
              <a:spcAft>
                <a:spcPts val="0"/>
              </a:spcAft>
              <a:buSzPts val="1500"/>
              <a:buFont typeface="Space Grotesk Medium"/>
              <a:buNone/>
              <a:defRPr sz="1500"/>
            </a:lvl1pPr>
            <a:lvl2pPr lvl="1">
              <a:spcBef>
                <a:spcPts val="0"/>
              </a:spcBef>
              <a:spcAft>
                <a:spcPts val="0"/>
              </a:spcAft>
              <a:buSzPts val="1500"/>
              <a:buFont typeface="Space Grotesk Medium"/>
              <a:buNone/>
              <a:defRPr sz="1500"/>
            </a:lvl2pPr>
            <a:lvl3pPr lvl="2">
              <a:spcBef>
                <a:spcPts val="0"/>
              </a:spcBef>
              <a:spcAft>
                <a:spcPts val="0"/>
              </a:spcAft>
              <a:buSzPts val="1500"/>
              <a:buFont typeface="Space Grotesk Medium"/>
              <a:buNone/>
              <a:defRPr sz="1500"/>
            </a:lvl3pPr>
            <a:lvl4pPr lvl="3">
              <a:spcBef>
                <a:spcPts val="0"/>
              </a:spcBef>
              <a:spcAft>
                <a:spcPts val="0"/>
              </a:spcAft>
              <a:buSzPts val="1500"/>
              <a:buFont typeface="Space Grotesk Medium"/>
              <a:buNone/>
              <a:defRPr sz="1500"/>
            </a:lvl4pPr>
            <a:lvl5pPr lvl="4">
              <a:spcBef>
                <a:spcPts val="0"/>
              </a:spcBef>
              <a:spcAft>
                <a:spcPts val="0"/>
              </a:spcAft>
              <a:buSzPts val="1500"/>
              <a:buFont typeface="Space Grotesk Medium"/>
              <a:buNone/>
              <a:defRPr sz="1500"/>
            </a:lvl5pPr>
            <a:lvl6pPr lvl="5">
              <a:spcBef>
                <a:spcPts val="0"/>
              </a:spcBef>
              <a:spcAft>
                <a:spcPts val="0"/>
              </a:spcAft>
              <a:buSzPts val="1500"/>
              <a:buFont typeface="Space Grotesk Medium"/>
              <a:buNone/>
              <a:defRPr sz="1500"/>
            </a:lvl6pPr>
            <a:lvl7pPr lvl="6">
              <a:spcBef>
                <a:spcPts val="0"/>
              </a:spcBef>
              <a:spcAft>
                <a:spcPts val="0"/>
              </a:spcAft>
              <a:buSzPts val="1500"/>
              <a:buFont typeface="Space Grotesk Medium"/>
              <a:buNone/>
              <a:defRPr sz="1500"/>
            </a:lvl7pPr>
            <a:lvl8pPr lvl="7">
              <a:spcBef>
                <a:spcPts val="0"/>
              </a:spcBef>
              <a:spcAft>
                <a:spcPts val="0"/>
              </a:spcAft>
              <a:buSzPts val="1500"/>
              <a:buFont typeface="Space Grotesk Medium"/>
              <a:buNone/>
              <a:defRPr sz="1500"/>
            </a:lvl8pPr>
            <a:lvl9pPr lvl="8">
              <a:spcBef>
                <a:spcPts val="0"/>
              </a:spcBef>
              <a:spcAft>
                <a:spcPts val="0"/>
              </a:spcAft>
              <a:buSzPts val="1500"/>
              <a:buFont typeface="Space Grotesk Medium"/>
              <a:buNone/>
              <a:defRPr sz="1500"/>
            </a:lvl9pPr>
          </a:lstStyle>
          <a:p/>
        </p:txBody>
      </p:sp>
      <p:pic>
        <p:nvPicPr>
          <p:cNvPr id="335" name="Google Shape;335;p19"/>
          <p:cNvPicPr preferRelativeResize="0"/>
          <p:nvPr/>
        </p:nvPicPr>
        <p:blipFill rotWithShape="1">
          <a:blip r:embed="rId2">
            <a:alphaModFix/>
          </a:blip>
          <a:srcRect b="47660" l="8383" r="59409" t="26262"/>
          <a:stretch/>
        </p:blipFill>
        <p:spPr>
          <a:xfrm>
            <a:off x="642782" y="4271023"/>
            <a:ext cx="201843" cy="163413"/>
          </a:xfrm>
          <a:prstGeom prst="rect">
            <a:avLst/>
          </a:prstGeom>
          <a:noFill/>
          <a:ln>
            <a:noFill/>
          </a:ln>
        </p:spPr>
      </p:pic>
      <p:pic>
        <p:nvPicPr>
          <p:cNvPr id="336" name="Google Shape;336;p19"/>
          <p:cNvPicPr preferRelativeResize="0"/>
          <p:nvPr/>
        </p:nvPicPr>
        <p:blipFill rotWithShape="1">
          <a:blip r:embed="rId2">
            <a:alphaModFix/>
          </a:blip>
          <a:srcRect b="47660" l="8383" r="59409" t="26262"/>
          <a:stretch/>
        </p:blipFill>
        <p:spPr>
          <a:xfrm>
            <a:off x="7688117" y="4164648"/>
            <a:ext cx="201843" cy="163413"/>
          </a:xfrm>
          <a:prstGeom prst="rect">
            <a:avLst/>
          </a:prstGeom>
          <a:noFill/>
          <a:ln>
            <a:noFill/>
          </a:ln>
        </p:spPr>
      </p:pic>
      <p:pic>
        <p:nvPicPr>
          <p:cNvPr id="337" name="Google Shape;337;p19"/>
          <p:cNvPicPr preferRelativeResize="0"/>
          <p:nvPr/>
        </p:nvPicPr>
        <p:blipFill rotWithShape="1">
          <a:blip r:embed="rId2">
            <a:alphaModFix/>
          </a:blip>
          <a:srcRect b="47660" l="8383" r="59409" t="26262"/>
          <a:stretch/>
        </p:blipFill>
        <p:spPr>
          <a:xfrm>
            <a:off x="7972601" y="3033048"/>
            <a:ext cx="201843" cy="163413"/>
          </a:xfrm>
          <a:prstGeom prst="rect">
            <a:avLst/>
          </a:prstGeom>
          <a:noFill/>
          <a:ln>
            <a:noFill/>
          </a:ln>
        </p:spPr>
      </p:pic>
      <p:pic>
        <p:nvPicPr>
          <p:cNvPr id="338" name="Google Shape;338;p19"/>
          <p:cNvPicPr preferRelativeResize="0"/>
          <p:nvPr/>
        </p:nvPicPr>
        <p:blipFill rotWithShape="1">
          <a:blip r:embed="rId2">
            <a:alphaModFix/>
          </a:blip>
          <a:srcRect b="47660" l="8383" r="59409" t="26262"/>
          <a:stretch/>
        </p:blipFill>
        <p:spPr>
          <a:xfrm>
            <a:off x="4521457" y="445923"/>
            <a:ext cx="201843" cy="163413"/>
          </a:xfrm>
          <a:prstGeom prst="rect">
            <a:avLst/>
          </a:prstGeom>
          <a:noFill/>
          <a:ln>
            <a:noFill/>
          </a:ln>
        </p:spPr>
      </p:pic>
      <p:pic>
        <p:nvPicPr>
          <p:cNvPr id="339" name="Google Shape;339;p19"/>
          <p:cNvPicPr preferRelativeResize="0"/>
          <p:nvPr/>
        </p:nvPicPr>
        <p:blipFill rotWithShape="1">
          <a:blip r:embed="rId3">
            <a:alphaModFix/>
          </a:blip>
          <a:srcRect b="0" l="6521" r="6521" t="0"/>
          <a:stretch/>
        </p:blipFill>
        <p:spPr>
          <a:xfrm>
            <a:off x="7284429" y="4399798"/>
            <a:ext cx="201844" cy="163413"/>
          </a:xfrm>
          <a:prstGeom prst="rect">
            <a:avLst/>
          </a:prstGeom>
          <a:noFill/>
          <a:ln>
            <a:noFill/>
          </a:ln>
        </p:spPr>
      </p:pic>
      <p:pic>
        <p:nvPicPr>
          <p:cNvPr id="340" name="Google Shape;340;p19"/>
          <p:cNvPicPr preferRelativeResize="0"/>
          <p:nvPr/>
        </p:nvPicPr>
        <p:blipFill rotWithShape="1">
          <a:blip r:embed="rId3">
            <a:alphaModFix/>
          </a:blip>
          <a:srcRect b="0" l="6521" r="6521" t="0"/>
          <a:stretch/>
        </p:blipFill>
        <p:spPr>
          <a:xfrm>
            <a:off x="3555079" y="1833673"/>
            <a:ext cx="201844" cy="163413"/>
          </a:xfrm>
          <a:prstGeom prst="rect">
            <a:avLst/>
          </a:prstGeom>
          <a:noFill/>
          <a:ln>
            <a:noFill/>
          </a:ln>
        </p:spPr>
      </p:pic>
      <p:pic>
        <p:nvPicPr>
          <p:cNvPr id="341" name="Google Shape;341;p19"/>
          <p:cNvPicPr preferRelativeResize="0"/>
          <p:nvPr/>
        </p:nvPicPr>
        <p:blipFill rotWithShape="1">
          <a:blip r:embed="rId4">
            <a:alphaModFix/>
          </a:blip>
          <a:srcRect b="0" l="6521" r="6521" t="0"/>
          <a:stretch/>
        </p:blipFill>
        <p:spPr>
          <a:xfrm>
            <a:off x="3171717" y="4206373"/>
            <a:ext cx="201844" cy="163413"/>
          </a:xfrm>
          <a:prstGeom prst="rect">
            <a:avLst/>
          </a:prstGeom>
          <a:noFill/>
          <a:ln>
            <a:noFill/>
          </a:ln>
        </p:spPr>
      </p:pic>
      <p:pic>
        <p:nvPicPr>
          <p:cNvPr id="342" name="Google Shape;342;p19"/>
          <p:cNvPicPr preferRelativeResize="0"/>
          <p:nvPr/>
        </p:nvPicPr>
        <p:blipFill rotWithShape="1">
          <a:blip r:embed="rId4">
            <a:alphaModFix/>
          </a:blip>
          <a:srcRect b="0" l="6521" r="6521" t="0"/>
          <a:stretch/>
        </p:blipFill>
        <p:spPr>
          <a:xfrm>
            <a:off x="6834679" y="504998"/>
            <a:ext cx="201844" cy="163413"/>
          </a:xfrm>
          <a:prstGeom prst="rect">
            <a:avLst/>
          </a:prstGeom>
          <a:noFill/>
          <a:ln>
            <a:noFill/>
          </a:ln>
        </p:spPr>
      </p:pic>
      <p:pic>
        <p:nvPicPr>
          <p:cNvPr id="343" name="Google Shape;343;p19"/>
          <p:cNvPicPr preferRelativeResize="0"/>
          <p:nvPr/>
        </p:nvPicPr>
        <p:blipFill rotWithShape="1">
          <a:blip r:embed="rId3">
            <a:alphaModFix/>
          </a:blip>
          <a:srcRect b="0" l="6521" r="6521" t="0"/>
          <a:stretch/>
        </p:blipFill>
        <p:spPr>
          <a:xfrm>
            <a:off x="1392254" y="3161673"/>
            <a:ext cx="201844" cy="163413"/>
          </a:xfrm>
          <a:prstGeom prst="rect">
            <a:avLst/>
          </a:prstGeom>
          <a:noFill/>
          <a:ln>
            <a:noFill/>
          </a:ln>
        </p:spPr>
      </p:pic>
      <p:grpSp>
        <p:nvGrpSpPr>
          <p:cNvPr id="344" name="Google Shape;344;p19"/>
          <p:cNvGrpSpPr/>
          <p:nvPr/>
        </p:nvGrpSpPr>
        <p:grpSpPr>
          <a:xfrm>
            <a:off x="7517552" y="1728897"/>
            <a:ext cx="139297" cy="110523"/>
            <a:chOff x="2601950" y="1974675"/>
            <a:chExt cx="2474200" cy="1963100"/>
          </a:xfrm>
        </p:grpSpPr>
        <p:sp>
          <p:nvSpPr>
            <p:cNvPr id="345" name="Google Shape;345;p19"/>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6" name="Google Shape;346;p19"/>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7" name="Google Shape;347;p19"/>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8" name="Google Shape;348;p19"/>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9" name="Google Shape;349;p19"/>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50" name="Google Shape;350;p19"/>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51" name="Google Shape;351;p19"/>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orient="horz" pos="2772">
          <p15:clr>
            <a:srgbClr val="E46962"/>
          </p15:clr>
        </p15:guide>
        <p15:guide id="6" orient="horz" pos="159">
          <p15:clr>
            <a:srgbClr val="E46962"/>
          </p15:clr>
        </p15:guide>
        <p15:guide id="7" pos="5292">
          <p15:clr>
            <a:srgbClr val="E46962"/>
          </p15:clr>
        </p15:guide>
        <p15:guide id="8" pos="159">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52" name="Shape 352"/>
        <p:cNvGrpSpPr/>
        <p:nvPr/>
      </p:nvGrpSpPr>
      <p:grpSpPr>
        <a:xfrm>
          <a:off x="0" y="0"/>
          <a:ext cx="0" cy="0"/>
          <a:chOff x="0" y="0"/>
          <a:chExt cx="0" cy="0"/>
        </a:xfrm>
      </p:grpSpPr>
      <p:sp>
        <p:nvSpPr>
          <p:cNvPr id="353" name="Google Shape;353;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54" name="Google Shape;354;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55" name="Shape 355"/>
        <p:cNvGrpSpPr/>
        <p:nvPr/>
      </p:nvGrpSpPr>
      <p:grpSpPr>
        <a:xfrm>
          <a:off x="0" y="0"/>
          <a:ext cx="0" cy="0"/>
          <a:chOff x="0" y="0"/>
          <a:chExt cx="0" cy="0"/>
        </a:xfrm>
      </p:grpSpPr>
      <p:sp>
        <p:nvSpPr>
          <p:cNvPr id="356" name="Google Shape;356;p2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57" name="Shape 357"/>
        <p:cNvGrpSpPr/>
        <p:nvPr/>
      </p:nvGrpSpPr>
      <p:grpSpPr>
        <a:xfrm>
          <a:off x="0" y="0"/>
          <a:ext cx="0" cy="0"/>
          <a:chOff x="0" y="0"/>
          <a:chExt cx="0" cy="0"/>
        </a:xfrm>
      </p:grpSpPr>
      <p:sp>
        <p:nvSpPr>
          <p:cNvPr id="358" name="Google Shape;358;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9" name="Google Shape;35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60" name="Shape 360"/>
        <p:cNvGrpSpPr/>
        <p:nvPr/>
      </p:nvGrpSpPr>
      <p:grpSpPr>
        <a:xfrm>
          <a:off x="0" y="0"/>
          <a:ext cx="0" cy="0"/>
          <a:chOff x="0" y="0"/>
          <a:chExt cx="0" cy="0"/>
        </a:xfrm>
      </p:grpSpPr>
      <p:sp>
        <p:nvSpPr>
          <p:cNvPr id="361" name="Google Shape;361;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2" name="Google Shape;362;p23"/>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3" name="Google Shape;363;p23"/>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4" name="Shape 364"/>
        <p:cNvGrpSpPr/>
        <p:nvPr/>
      </p:nvGrpSpPr>
      <p:grpSpPr>
        <a:xfrm>
          <a:off x="0" y="0"/>
          <a:ext cx="0" cy="0"/>
          <a:chOff x="0" y="0"/>
          <a:chExt cx="0" cy="0"/>
        </a:xfrm>
      </p:grpSpPr>
      <p:sp>
        <p:nvSpPr>
          <p:cNvPr id="365" name="Google Shape;365;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66" name="Shape 366"/>
        <p:cNvGrpSpPr/>
        <p:nvPr/>
      </p:nvGrpSpPr>
      <p:grpSpPr>
        <a:xfrm>
          <a:off x="0" y="0"/>
          <a:ext cx="0" cy="0"/>
          <a:chOff x="0" y="0"/>
          <a:chExt cx="0" cy="0"/>
        </a:xfrm>
      </p:grpSpPr>
      <p:sp>
        <p:nvSpPr>
          <p:cNvPr id="367" name="Google Shape;367;p25"/>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8" name="Google Shape;368;p25"/>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69" name="Shape 369"/>
        <p:cNvGrpSpPr/>
        <p:nvPr/>
      </p:nvGrpSpPr>
      <p:grpSpPr>
        <a:xfrm>
          <a:off x="0" y="0"/>
          <a:ext cx="0" cy="0"/>
          <a:chOff x="0" y="0"/>
          <a:chExt cx="0" cy="0"/>
        </a:xfrm>
      </p:grpSpPr>
      <p:sp>
        <p:nvSpPr>
          <p:cNvPr id="370" name="Google Shape;370;p2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71" name="Shape 371"/>
        <p:cNvGrpSpPr/>
        <p:nvPr/>
      </p:nvGrpSpPr>
      <p:grpSpPr>
        <a:xfrm>
          <a:off x="0" y="0"/>
          <a:ext cx="0" cy="0"/>
          <a:chOff x="0" y="0"/>
          <a:chExt cx="0" cy="0"/>
        </a:xfrm>
      </p:grpSpPr>
      <p:sp>
        <p:nvSpPr>
          <p:cNvPr id="372" name="Google Shape;372;p2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3" name="Google Shape;373;p2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4" name="Google Shape;374;p2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75" name="Shape 375"/>
        <p:cNvGrpSpPr/>
        <p:nvPr/>
      </p:nvGrpSpPr>
      <p:grpSpPr>
        <a:xfrm>
          <a:off x="0" y="0"/>
          <a:ext cx="0" cy="0"/>
          <a:chOff x="0" y="0"/>
          <a:chExt cx="0" cy="0"/>
        </a:xfrm>
      </p:grpSpPr>
      <p:sp>
        <p:nvSpPr>
          <p:cNvPr id="376" name="Google Shape;376;p28"/>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77" name="Shape 377"/>
        <p:cNvGrpSpPr/>
        <p:nvPr/>
      </p:nvGrpSpPr>
      <p:grpSpPr>
        <a:xfrm>
          <a:off x="0" y="0"/>
          <a:ext cx="0" cy="0"/>
          <a:chOff x="0" y="0"/>
          <a:chExt cx="0" cy="0"/>
        </a:xfrm>
      </p:grpSpPr>
      <p:sp>
        <p:nvSpPr>
          <p:cNvPr id="378" name="Google Shape;378;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79" name="Google Shape;379;p2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80" name="Shape 380"/>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81" name="Shape 381"/>
        <p:cNvGrpSpPr/>
        <p:nvPr/>
      </p:nvGrpSpPr>
      <p:grpSpPr>
        <a:xfrm>
          <a:off x="0" y="0"/>
          <a:ext cx="0" cy="0"/>
          <a:chOff x="0" y="0"/>
          <a:chExt cx="0" cy="0"/>
        </a:xfrm>
      </p:grpSpPr>
      <p:sp>
        <p:nvSpPr>
          <p:cNvPr id="382" name="Google Shape;382;p31"/>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3" name="Google Shape;383;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4" name="Google Shape;384;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5" name="Google Shape;385;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6" name="Google Shape;386;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7" name="Google Shape;387;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8" name="Google Shape;388;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89" name="Shape 389"/>
        <p:cNvGrpSpPr/>
        <p:nvPr/>
      </p:nvGrpSpPr>
      <p:grpSpPr>
        <a:xfrm>
          <a:off x="0" y="0"/>
          <a:ext cx="0" cy="0"/>
          <a:chOff x="0" y="0"/>
          <a:chExt cx="0" cy="0"/>
        </a:xfrm>
      </p:grpSpPr>
      <p:sp>
        <p:nvSpPr>
          <p:cNvPr id="390" name="Google Shape;390;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1" name="Google Shape;391;p32"/>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2" name="Google Shape;392;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93" name="Shape 393"/>
        <p:cNvGrpSpPr/>
        <p:nvPr/>
      </p:nvGrpSpPr>
      <p:grpSpPr>
        <a:xfrm>
          <a:off x="0" y="0"/>
          <a:ext cx="0" cy="0"/>
          <a:chOff x="0" y="0"/>
          <a:chExt cx="0" cy="0"/>
        </a:xfrm>
      </p:grpSpPr>
      <p:sp>
        <p:nvSpPr>
          <p:cNvPr id="394" name="Google Shape;394;p33"/>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5" name="Google Shape;395;p33"/>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6" name="Google Shape;396;p33"/>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7" name="Google Shape;397;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98" name="Google Shape;398;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99" name="Shape 399"/>
        <p:cNvGrpSpPr/>
        <p:nvPr/>
      </p:nvGrpSpPr>
      <p:grpSpPr>
        <a:xfrm>
          <a:off x="0" y="0"/>
          <a:ext cx="0" cy="0"/>
          <a:chOff x="0" y="0"/>
          <a:chExt cx="0" cy="0"/>
        </a:xfrm>
      </p:grpSpPr>
      <p:sp>
        <p:nvSpPr>
          <p:cNvPr id="400" name="Google Shape;400;p34"/>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1" name="Google Shape;401;p34"/>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2" name="Google Shape;402;p34"/>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3" name="Google Shape;403;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04" name="Google Shape;404;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05" name="Google Shape;405;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06" name="Google Shape;406;p34"/>
          <p:cNvSpPr txBox="1"/>
          <p:nvPr>
            <p:ph idx="6"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07" name="Shape 407"/>
        <p:cNvGrpSpPr/>
        <p:nvPr/>
      </p:nvGrpSpPr>
      <p:grpSpPr>
        <a:xfrm>
          <a:off x="0" y="0"/>
          <a:ext cx="0" cy="0"/>
          <a:chOff x="0" y="0"/>
          <a:chExt cx="0" cy="0"/>
        </a:xfrm>
      </p:grpSpPr>
      <p:sp>
        <p:nvSpPr>
          <p:cNvPr id="408" name="Google Shape;408;p35"/>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9" name="Google Shape;409;p35"/>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0" name="Google Shape;410;p35"/>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1" name="Google Shape;411;p35"/>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2" name="Google Shape;412;p35"/>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3" name="Google Shape;413;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14" name="Google Shape;414;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15" name="Google Shape;415;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16" name="Google Shape;416;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17" name="Shape 417"/>
        <p:cNvGrpSpPr/>
        <p:nvPr/>
      </p:nvGrpSpPr>
      <p:grpSpPr>
        <a:xfrm>
          <a:off x="0" y="0"/>
          <a:ext cx="0" cy="0"/>
          <a:chOff x="0" y="0"/>
          <a:chExt cx="0" cy="0"/>
        </a:xfrm>
      </p:grpSpPr>
      <p:sp>
        <p:nvSpPr>
          <p:cNvPr id="418" name="Google Shape;418;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9" name="Google Shape;419;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20" name="Shape 420"/>
        <p:cNvGrpSpPr/>
        <p:nvPr/>
      </p:nvGrpSpPr>
      <p:grpSpPr>
        <a:xfrm>
          <a:off x="0" y="0"/>
          <a:ext cx="0" cy="0"/>
          <a:chOff x="0" y="0"/>
          <a:chExt cx="0" cy="0"/>
        </a:xfrm>
      </p:grpSpPr>
      <p:sp>
        <p:nvSpPr>
          <p:cNvPr id="421" name="Google Shape;421;p37"/>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2" name="Google Shape;422;p37"/>
          <p:cNvSpPr/>
          <p:nvPr>
            <p:ph idx="2" type="pic"/>
          </p:nvPr>
        </p:nvSpPr>
        <p:spPr>
          <a:xfrm>
            <a:off x="4804825" y="1133300"/>
            <a:ext cx="4027500" cy="2392800"/>
          </a:xfrm>
          <a:prstGeom prst="rect">
            <a:avLst/>
          </a:prstGeom>
          <a:noFill/>
          <a:ln>
            <a:noFill/>
          </a:ln>
        </p:spPr>
      </p:sp>
      <p:sp>
        <p:nvSpPr>
          <p:cNvPr id="423" name="Google Shape;423;p37"/>
          <p:cNvSpPr/>
          <p:nvPr>
            <p:ph idx="3" type="pic"/>
          </p:nvPr>
        </p:nvSpPr>
        <p:spPr>
          <a:xfrm>
            <a:off x="311725" y="1133300"/>
            <a:ext cx="4027500" cy="2392800"/>
          </a:xfrm>
          <a:prstGeom prst="rect">
            <a:avLst/>
          </a:prstGeom>
          <a:noFill/>
          <a:ln>
            <a:noFill/>
          </a:ln>
        </p:spPr>
      </p:sp>
      <p:sp>
        <p:nvSpPr>
          <p:cNvPr id="424" name="Google Shape;424;p37"/>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5" name="Google Shape;425;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6" name="Google Shape;426;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27" name="Google Shape;427;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28" name="Shape 428"/>
        <p:cNvGrpSpPr/>
        <p:nvPr/>
      </p:nvGrpSpPr>
      <p:grpSpPr>
        <a:xfrm>
          <a:off x="0" y="0"/>
          <a:ext cx="0" cy="0"/>
          <a:chOff x="0" y="0"/>
          <a:chExt cx="0" cy="0"/>
        </a:xfrm>
      </p:grpSpPr>
      <p:sp>
        <p:nvSpPr>
          <p:cNvPr id="429" name="Google Shape;429;p38"/>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0" name="Google Shape;430;p38"/>
          <p:cNvSpPr/>
          <p:nvPr>
            <p:ph idx="2" type="pic"/>
          </p:nvPr>
        </p:nvSpPr>
        <p:spPr>
          <a:xfrm>
            <a:off x="6205225" y="1128325"/>
            <a:ext cx="2627100" cy="2273100"/>
          </a:xfrm>
          <a:prstGeom prst="rect">
            <a:avLst/>
          </a:prstGeom>
          <a:noFill/>
          <a:ln>
            <a:noFill/>
          </a:ln>
        </p:spPr>
      </p:sp>
      <p:sp>
        <p:nvSpPr>
          <p:cNvPr id="431" name="Google Shape;431;p38"/>
          <p:cNvSpPr/>
          <p:nvPr>
            <p:ph idx="3" type="pic"/>
          </p:nvPr>
        </p:nvSpPr>
        <p:spPr>
          <a:xfrm>
            <a:off x="311725" y="1128325"/>
            <a:ext cx="2627100" cy="2273100"/>
          </a:xfrm>
          <a:prstGeom prst="rect">
            <a:avLst/>
          </a:prstGeom>
          <a:noFill/>
          <a:ln>
            <a:noFill/>
          </a:ln>
        </p:spPr>
      </p:sp>
      <p:sp>
        <p:nvSpPr>
          <p:cNvPr id="432" name="Google Shape;432;p38"/>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3" name="Google Shape;433;p38"/>
          <p:cNvSpPr/>
          <p:nvPr>
            <p:ph idx="5" type="pic"/>
          </p:nvPr>
        </p:nvSpPr>
        <p:spPr>
          <a:xfrm>
            <a:off x="3255250" y="1128325"/>
            <a:ext cx="2627100" cy="2273100"/>
          </a:xfrm>
          <a:prstGeom prst="rect">
            <a:avLst/>
          </a:prstGeom>
          <a:noFill/>
          <a:ln>
            <a:noFill/>
          </a:ln>
        </p:spPr>
      </p:sp>
      <p:sp>
        <p:nvSpPr>
          <p:cNvPr id="434" name="Google Shape;434;p38"/>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5" name="Google Shape;435;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6" name="Google Shape;436;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37" name="Google Shape;437;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38" name="Google Shape;438;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39" name="Shape 439"/>
        <p:cNvGrpSpPr/>
        <p:nvPr/>
      </p:nvGrpSpPr>
      <p:grpSpPr>
        <a:xfrm>
          <a:off x="0" y="0"/>
          <a:ext cx="0" cy="0"/>
          <a:chOff x="0" y="0"/>
          <a:chExt cx="0" cy="0"/>
        </a:xfrm>
      </p:grpSpPr>
      <p:sp>
        <p:nvSpPr>
          <p:cNvPr id="440" name="Google Shape;440;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41" name="Shape 441"/>
        <p:cNvGrpSpPr/>
        <p:nvPr/>
      </p:nvGrpSpPr>
      <p:grpSpPr>
        <a:xfrm>
          <a:off x="0" y="0"/>
          <a:ext cx="0" cy="0"/>
          <a:chOff x="0" y="0"/>
          <a:chExt cx="0" cy="0"/>
        </a:xfrm>
      </p:grpSpPr>
      <p:sp>
        <p:nvSpPr>
          <p:cNvPr id="442" name="Google Shape;442;p40"/>
          <p:cNvSpPr/>
          <p:nvPr>
            <p:ph idx="2" type="pic"/>
          </p:nvPr>
        </p:nvSpPr>
        <p:spPr>
          <a:xfrm>
            <a:off x="3389600" y="118913"/>
            <a:ext cx="1643700" cy="1535100"/>
          </a:xfrm>
          <a:prstGeom prst="rect">
            <a:avLst/>
          </a:prstGeom>
          <a:noFill/>
          <a:ln>
            <a:noFill/>
          </a:ln>
        </p:spPr>
      </p:sp>
      <p:sp>
        <p:nvSpPr>
          <p:cNvPr id="443" name="Google Shape;443;p40"/>
          <p:cNvSpPr/>
          <p:nvPr>
            <p:ph idx="3" type="pic"/>
          </p:nvPr>
        </p:nvSpPr>
        <p:spPr>
          <a:xfrm>
            <a:off x="5195935" y="118913"/>
            <a:ext cx="1643700" cy="1535100"/>
          </a:xfrm>
          <a:prstGeom prst="rect">
            <a:avLst/>
          </a:prstGeom>
          <a:noFill/>
          <a:ln>
            <a:noFill/>
          </a:ln>
        </p:spPr>
      </p:sp>
      <p:sp>
        <p:nvSpPr>
          <p:cNvPr id="444" name="Google Shape;444;p40"/>
          <p:cNvSpPr/>
          <p:nvPr>
            <p:ph idx="4" type="pic"/>
          </p:nvPr>
        </p:nvSpPr>
        <p:spPr>
          <a:xfrm>
            <a:off x="7002270" y="118913"/>
            <a:ext cx="1643700" cy="1535100"/>
          </a:xfrm>
          <a:prstGeom prst="rect">
            <a:avLst/>
          </a:prstGeom>
          <a:noFill/>
          <a:ln>
            <a:noFill/>
          </a:ln>
        </p:spPr>
      </p:sp>
      <p:sp>
        <p:nvSpPr>
          <p:cNvPr id="445" name="Google Shape;445;p40"/>
          <p:cNvSpPr/>
          <p:nvPr>
            <p:ph idx="5" type="pic"/>
          </p:nvPr>
        </p:nvSpPr>
        <p:spPr>
          <a:xfrm>
            <a:off x="3389588" y="1804212"/>
            <a:ext cx="1643700" cy="1535100"/>
          </a:xfrm>
          <a:prstGeom prst="rect">
            <a:avLst/>
          </a:prstGeom>
          <a:noFill/>
          <a:ln>
            <a:noFill/>
          </a:ln>
        </p:spPr>
      </p:sp>
      <p:sp>
        <p:nvSpPr>
          <p:cNvPr id="446" name="Google Shape;446;p40"/>
          <p:cNvSpPr/>
          <p:nvPr>
            <p:ph idx="6" type="pic"/>
          </p:nvPr>
        </p:nvSpPr>
        <p:spPr>
          <a:xfrm>
            <a:off x="5195922" y="1804212"/>
            <a:ext cx="1643700" cy="1535100"/>
          </a:xfrm>
          <a:prstGeom prst="rect">
            <a:avLst/>
          </a:prstGeom>
          <a:noFill/>
          <a:ln>
            <a:noFill/>
          </a:ln>
        </p:spPr>
      </p:sp>
      <p:sp>
        <p:nvSpPr>
          <p:cNvPr id="447" name="Google Shape;447;p40"/>
          <p:cNvSpPr/>
          <p:nvPr>
            <p:ph idx="7" type="pic"/>
          </p:nvPr>
        </p:nvSpPr>
        <p:spPr>
          <a:xfrm>
            <a:off x="7002257" y="1804212"/>
            <a:ext cx="1643700" cy="1535100"/>
          </a:xfrm>
          <a:prstGeom prst="rect">
            <a:avLst/>
          </a:prstGeom>
          <a:noFill/>
          <a:ln>
            <a:noFill/>
          </a:ln>
        </p:spPr>
      </p:sp>
      <p:sp>
        <p:nvSpPr>
          <p:cNvPr id="448" name="Google Shape;448;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9" name="Google Shape;449;p40"/>
          <p:cNvSpPr/>
          <p:nvPr>
            <p:ph idx="8" type="pic"/>
          </p:nvPr>
        </p:nvSpPr>
        <p:spPr>
          <a:xfrm>
            <a:off x="3389588" y="3489487"/>
            <a:ext cx="1643700" cy="1535100"/>
          </a:xfrm>
          <a:prstGeom prst="rect">
            <a:avLst/>
          </a:prstGeom>
          <a:noFill/>
          <a:ln>
            <a:noFill/>
          </a:ln>
        </p:spPr>
      </p:sp>
      <p:sp>
        <p:nvSpPr>
          <p:cNvPr id="450" name="Google Shape;450;p40"/>
          <p:cNvSpPr/>
          <p:nvPr>
            <p:ph idx="9" type="pic"/>
          </p:nvPr>
        </p:nvSpPr>
        <p:spPr>
          <a:xfrm>
            <a:off x="5195922" y="3489487"/>
            <a:ext cx="1643700" cy="1535100"/>
          </a:xfrm>
          <a:prstGeom prst="rect">
            <a:avLst/>
          </a:prstGeom>
          <a:noFill/>
          <a:ln>
            <a:noFill/>
          </a:ln>
        </p:spPr>
      </p:sp>
      <p:sp>
        <p:nvSpPr>
          <p:cNvPr id="451" name="Google Shape;451;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1">
  <p:cSld name="Section title and description - Alt 1 (g3d6cce84da8_69_0)">
    <p:bg>
      <p:bgPr>
        <a:solidFill>
          <a:schemeClr val="dk1"/>
        </a:solidFill>
      </p:bgPr>
    </p:bg>
    <p:spTree>
      <p:nvGrpSpPr>
        <p:cNvPr id="452" name="Shape 452"/>
        <p:cNvGrpSpPr/>
        <p:nvPr/>
      </p:nvGrpSpPr>
      <p:grpSpPr>
        <a:xfrm>
          <a:off x="0" y="0"/>
          <a:ext cx="0" cy="0"/>
          <a:chOff x="0" y="0"/>
          <a:chExt cx="0" cy="0"/>
        </a:xfrm>
      </p:grpSpPr>
      <p:sp>
        <p:nvSpPr>
          <p:cNvPr id="453" name="Google Shape;453;p41"/>
          <p:cNvSpPr txBox="1"/>
          <p:nvPr>
            <p:ph idx="1" type="subTitle"/>
          </p:nvPr>
        </p:nvSpPr>
        <p:spPr>
          <a:xfrm>
            <a:off x="1821150" y="252600"/>
            <a:ext cx="2653500" cy="903600"/>
          </a:xfrm>
          <a:prstGeom prst="rect">
            <a:avLst/>
          </a:prstGeom>
        </p:spPr>
        <p:txBody>
          <a:bodyPr anchorCtr="0" anchor="ctr" bIns="0" lIns="0" spcFirstLastPara="1" rIns="0" wrap="square" tIns="0">
            <a:noAutofit/>
          </a:bodyPr>
          <a:lstStyle>
            <a:lvl1pPr lvl="0">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2pPr>
            <a:lvl3pPr lvl="2">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3pPr>
            <a:lvl4pPr lvl="3">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4pPr>
            <a:lvl5pPr lvl="4">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5pPr>
            <a:lvl6pPr lvl="5">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6pPr>
            <a:lvl7pPr lvl="6">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7pPr>
            <a:lvl8pPr lvl="7">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8pPr>
            <a:lvl9pPr lvl="8">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9pPr>
          </a:lstStyle>
          <a:p/>
        </p:txBody>
      </p:sp>
      <p:sp>
        <p:nvSpPr>
          <p:cNvPr id="454" name="Google Shape;454;p41"/>
          <p:cNvSpPr txBox="1"/>
          <p:nvPr>
            <p:ph type="title"/>
          </p:nvPr>
        </p:nvSpPr>
        <p:spPr>
          <a:xfrm>
            <a:off x="252600" y="4124825"/>
            <a:ext cx="8638800" cy="903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7700"/>
              <a:buFont typeface="Space Grotesk"/>
              <a:buNone/>
              <a:defRPr sz="7700">
                <a:solidFill>
                  <a:schemeClr val="lt2"/>
                </a:solidFill>
                <a:latin typeface="Space Grotesk"/>
                <a:ea typeface="Space Grotesk"/>
                <a:cs typeface="Space Grotesk"/>
                <a:sym typeface="Space Grotesk"/>
              </a:defRPr>
            </a:lvl1pPr>
            <a:lvl2pPr lvl="1" algn="ctr">
              <a:spcBef>
                <a:spcPts val="0"/>
              </a:spcBef>
              <a:spcAft>
                <a:spcPts val="0"/>
              </a:spcAft>
              <a:buClr>
                <a:schemeClr val="lt2"/>
              </a:buClr>
              <a:buSzPts val="7700"/>
              <a:buNone/>
              <a:defRPr sz="7700">
                <a:solidFill>
                  <a:schemeClr val="lt2"/>
                </a:solidFill>
              </a:defRPr>
            </a:lvl2pPr>
            <a:lvl3pPr lvl="2" algn="ctr">
              <a:spcBef>
                <a:spcPts val="0"/>
              </a:spcBef>
              <a:spcAft>
                <a:spcPts val="0"/>
              </a:spcAft>
              <a:buClr>
                <a:schemeClr val="lt2"/>
              </a:buClr>
              <a:buSzPts val="7700"/>
              <a:buNone/>
              <a:defRPr sz="7700">
                <a:solidFill>
                  <a:schemeClr val="lt2"/>
                </a:solidFill>
              </a:defRPr>
            </a:lvl3pPr>
            <a:lvl4pPr lvl="3" algn="ctr">
              <a:spcBef>
                <a:spcPts val="0"/>
              </a:spcBef>
              <a:spcAft>
                <a:spcPts val="0"/>
              </a:spcAft>
              <a:buClr>
                <a:schemeClr val="lt2"/>
              </a:buClr>
              <a:buSzPts val="7700"/>
              <a:buNone/>
              <a:defRPr sz="7700">
                <a:solidFill>
                  <a:schemeClr val="lt2"/>
                </a:solidFill>
              </a:defRPr>
            </a:lvl4pPr>
            <a:lvl5pPr lvl="4" algn="ctr">
              <a:spcBef>
                <a:spcPts val="0"/>
              </a:spcBef>
              <a:spcAft>
                <a:spcPts val="0"/>
              </a:spcAft>
              <a:buClr>
                <a:schemeClr val="lt2"/>
              </a:buClr>
              <a:buSzPts val="7700"/>
              <a:buNone/>
              <a:defRPr sz="7700">
                <a:solidFill>
                  <a:schemeClr val="lt2"/>
                </a:solidFill>
              </a:defRPr>
            </a:lvl5pPr>
            <a:lvl6pPr lvl="5" algn="ctr">
              <a:spcBef>
                <a:spcPts val="0"/>
              </a:spcBef>
              <a:spcAft>
                <a:spcPts val="0"/>
              </a:spcAft>
              <a:buClr>
                <a:schemeClr val="lt2"/>
              </a:buClr>
              <a:buSzPts val="7700"/>
              <a:buNone/>
              <a:defRPr sz="7700">
                <a:solidFill>
                  <a:schemeClr val="lt2"/>
                </a:solidFill>
              </a:defRPr>
            </a:lvl6pPr>
            <a:lvl7pPr lvl="6" algn="ctr">
              <a:spcBef>
                <a:spcPts val="0"/>
              </a:spcBef>
              <a:spcAft>
                <a:spcPts val="0"/>
              </a:spcAft>
              <a:buClr>
                <a:schemeClr val="lt2"/>
              </a:buClr>
              <a:buSzPts val="7700"/>
              <a:buNone/>
              <a:defRPr sz="7700">
                <a:solidFill>
                  <a:schemeClr val="lt2"/>
                </a:solidFill>
              </a:defRPr>
            </a:lvl7pPr>
            <a:lvl8pPr lvl="7" algn="ctr">
              <a:spcBef>
                <a:spcPts val="0"/>
              </a:spcBef>
              <a:spcAft>
                <a:spcPts val="0"/>
              </a:spcAft>
              <a:buClr>
                <a:schemeClr val="lt2"/>
              </a:buClr>
              <a:buSzPts val="7700"/>
              <a:buNone/>
              <a:defRPr sz="7700">
                <a:solidFill>
                  <a:schemeClr val="lt2"/>
                </a:solidFill>
              </a:defRPr>
            </a:lvl8pPr>
            <a:lvl9pPr lvl="8" algn="ctr">
              <a:spcBef>
                <a:spcPts val="0"/>
              </a:spcBef>
              <a:spcAft>
                <a:spcPts val="0"/>
              </a:spcAft>
              <a:buClr>
                <a:schemeClr val="lt2"/>
              </a:buClr>
              <a:buSzPts val="7700"/>
              <a:buNone/>
              <a:defRPr sz="7700">
                <a:solidFill>
                  <a:schemeClr val="lt2"/>
                </a:solidFill>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pos="5292">
          <p15:clr>
            <a:srgbClr val="E46962"/>
          </p15:clr>
        </p15:guide>
        <p15:guide id="6" orient="horz" pos="2772">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image 1">
  <p:cSld name="Three big ideas + image (g3d6cce84da8_53_0)">
    <p:bg>
      <p:bgPr>
        <a:solidFill>
          <a:schemeClr val="dk1"/>
        </a:solidFill>
      </p:bgPr>
    </p:bg>
    <p:spTree>
      <p:nvGrpSpPr>
        <p:cNvPr id="455" name="Shape 455"/>
        <p:cNvGrpSpPr/>
        <p:nvPr/>
      </p:nvGrpSpPr>
      <p:grpSpPr>
        <a:xfrm>
          <a:off x="0" y="0"/>
          <a:ext cx="0" cy="0"/>
          <a:chOff x="0" y="0"/>
          <a:chExt cx="0" cy="0"/>
        </a:xfrm>
      </p:grpSpPr>
      <p:sp>
        <p:nvSpPr>
          <p:cNvPr id="456" name="Google Shape;456;p42"/>
          <p:cNvSpPr txBox="1"/>
          <p:nvPr>
            <p:ph idx="1" type="body"/>
          </p:nvPr>
        </p:nvSpPr>
        <p:spPr>
          <a:xfrm>
            <a:off x="3721600" y="3126450"/>
            <a:ext cx="13848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457" name="Google Shape;457;p42"/>
          <p:cNvSpPr/>
          <p:nvPr>
            <p:ph idx="2" type="pic"/>
          </p:nvPr>
        </p:nvSpPr>
        <p:spPr>
          <a:xfrm>
            <a:off x="0" y="0"/>
            <a:ext cx="2546700" cy="3583200"/>
          </a:xfrm>
          <a:prstGeom prst="rect">
            <a:avLst/>
          </a:prstGeom>
          <a:noFill/>
          <a:ln>
            <a:noFill/>
          </a:ln>
        </p:spPr>
      </p:sp>
      <p:sp>
        <p:nvSpPr>
          <p:cNvPr id="458" name="Google Shape;458;p42"/>
          <p:cNvSpPr/>
          <p:nvPr>
            <p:ph idx="3" type="pic"/>
          </p:nvPr>
        </p:nvSpPr>
        <p:spPr>
          <a:xfrm>
            <a:off x="280475" y="474638"/>
            <a:ext cx="2940900" cy="4668900"/>
          </a:xfrm>
          <a:prstGeom prst="rect">
            <a:avLst/>
          </a:prstGeom>
          <a:noFill/>
          <a:ln>
            <a:noFill/>
          </a:ln>
        </p:spPr>
      </p:sp>
      <p:sp>
        <p:nvSpPr>
          <p:cNvPr id="459" name="Google Shape;459;p42"/>
          <p:cNvSpPr txBox="1"/>
          <p:nvPr>
            <p:ph idx="4" type="body"/>
          </p:nvPr>
        </p:nvSpPr>
        <p:spPr>
          <a:xfrm>
            <a:off x="5511500" y="3126450"/>
            <a:ext cx="13848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460" name="Google Shape;460;p42"/>
          <p:cNvSpPr txBox="1"/>
          <p:nvPr>
            <p:ph idx="5" type="body"/>
          </p:nvPr>
        </p:nvSpPr>
        <p:spPr>
          <a:xfrm>
            <a:off x="7293076" y="3126450"/>
            <a:ext cx="14610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461" name="Google Shape;461;p42"/>
          <p:cNvSpPr txBox="1"/>
          <p:nvPr>
            <p:ph type="title"/>
          </p:nvPr>
        </p:nvSpPr>
        <p:spPr>
          <a:xfrm>
            <a:off x="3598725" y="1485838"/>
            <a:ext cx="4801500" cy="751500"/>
          </a:xfrm>
          <a:prstGeom prst="rect">
            <a:avLst/>
          </a:prstGeom>
        </p:spPr>
        <p:txBody>
          <a:bodyPr anchorCtr="0" anchor="t" bIns="0" lIns="0" spcFirstLastPara="1" rIns="0" wrap="square" tIns="0">
            <a:noAutofit/>
          </a:bodyPr>
          <a:lstStyle>
            <a:lvl1pPr lvl="0">
              <a:spcBef>
                <a:spcPts val="0"/>
              </a:spcBef>
              <a:spcAft>
                <a:spcPts val="0"/>
              </a:spcAft>
              <a:buSzPts val="2800"/>
              <a:buNone/>
              <a:defRPr sz="1000">
                <a:solidFill>
                  <a:schemeClr val="lt2"/>
                </a:solidFill>
                <a:latin typeface="Space Grotesk"/>
                <a:ea typeface="Space Grotesk"/>
                <a:cs typeface="Space Grotesk"/>
                <a:sym typeface="Space Grotesk"/>
              </a:defRPr>
            </a:lvl1pPr>
            <a:lvl2pPr lvl="1">
              <a:spcBef>
                <a:spcPts val="0"/>
              </a:spcBef>
              <a:spcAft>
                <a:spcPts val="0"/>
              </a:spcAft>
              <a:buSzPts val="2800"/>
              <a:buNone/>
              <a:defRPr sz="1000">
                <a:solidFill>
                  <a:schemeClr val="lt2"/>
                </a:solidFill>
                <a:latin typeface="Space Grotesk"/>
                <a:ea typeface="Space Grotesk"/>
                <a:cs typeface="Space Grotesk"/>
                <a:sym typeface="Space Grotesk"/>
              </a:defRPr>
            </a:lvl2pPr>
            <a:lvl3pPr lvl="2">
              <a:spcBef>
                <a:spcPts val="0"/>
              </a:spcBef>
              <a:spcAft>
                <a:spcPts val="0"/>
              </a:spcAft>
              <a:buSzPts val="2800"/>
              <a:buNone/>
              <a:defRPr sz="1000">
                <a:solidFill>
                  <a:schemeClr val="lt2"/>
                </a:solidFill>
                <a:latin typeface="Space Grotesk"/>
                <a:ea typeface="Space Grotesk"/>
                <a:cs typeface="Space Grotesk"/>
                <a:sym typeface="Space Grotesk"/>
              </a:defRPr>
            </a:lvl3pPr>
            <a:lvl4pPr lvl="3">
              <a:spcBef>
                <a:spcPts val="0"/>
              </a:spcBef>
              <a:spcAft>
                <a:spcPts val="0"/>
              </a:spcAft>
              <a:buSzPts val="2800"/>
              <a:buNone/>
              <a:defRPr sz="1000">
                <a:solidFill>
                  <a:schemeClr val="lt2"/>
                </a:solidFill>
                <a:latin typeface="Space Grotesk"/>
                <a:ea typeface="Space Grotesk"/>
                <a:cs typeface="Space Grotesk"/>
                <a:sym typeface="Space Grotesk"/>
              </a:defRPr>
            </a:lvl4pPr>
            <a:lvl5pPr lvl="4">
              <a:spcBef>
                <a:spcPts val="0"/>
              </a:spcBef>
              <a:spcAft>
                <a:spcPts val="0"/>
              </a:spcAft>
              <a:buSzPts val="2800"/>
              <a:buNone/>
              <a:defRPr sz="1000">
                <a:solidFill>
                  <a:schemeClr val="lt2"/>
                </a:solidFill>
                <a:latin typeface="Space Grotesk"/>
                <a:ea typeface="Space Grotesk"/>
                <a:cs typeface="Space Grotesk"/>
                <a:sym typeface="Space Grotesk"/>
              </a:defRPr>
            </a:lvl5pPr>
            <a:lvl6pPr lvl="5">
              <a:spcBef>
                <a:spcPts val="0"/>
              </a:spcBef>
              <a:spcAft>
                <a:spcPts val="0"/>
              </a:spcAft>
              <a:buSzPts val="2800"/>
              <a:buNone/>
              <a:defRPr sz="1000">
                <a:solidFill>
                  <a:schemeClr val="lt2"/>
                </a:solidFill>
                <a:latin typeface="Space Grotesk"/>
                <a:ea typeface="Space Grotesk"/>
                <a:cs typeface="Space Grotesk"/>
                <a:sym typeface="Space Grotesk"/>
              </a:defRPr>
            </a:lvl6pPr>
            <a:lvl7pPr lvl="6">
              <a:spcBef>
                <a:spcPts val="0"/>
              </a:spcBef>
              <a:spcAft>
                <a:spcPts val="0"/>
              </a:spcAft>
              <a:buSzPts val="2800"/>
              <a:buNone/>
              <a:defRPr sz="1000">
                <a:solidFill>
                  <a:schemeClr val="lt2"/>
                </a:solidFill>
                <a:latin typeface="Space Grotesk"/>
                <a:ea typeface="Space Grotesk"/>
                <a:cs typeface="Space Grotesk"/>
                <a:sym typeface="Space Grotesk"/>
              </a:defRPr>
            </a:lvl7pPr>
            <a:lvl8pPr lvl="7">
              <a:spcBef>
                <a:spcPts val="0"/>
              </a:spcBef>
              <a:spcAft>
                <a:spcPts val="0"/>
              </a:spcAft>
              <a:buSzPts val="2800"/>
              <a:buNone/>
              <a:defRPr sz="1000">
                <a:solidFill>
                  <a:schemeClr val="lt2"/>
                </a:solidFill>
                <a:latin typeface="Space Grotesk"/>
                <a:ea typeface="Space Grotesk"/>
                <a:cs typeface="Space Grotesk"/>
                <a:sym typeface="Space Grotesk"/>
              </a:defRPr>
            </a:lvl8pPr>
            <a:lvl9pPr lvl="8">
              <a:spcBef>
                <a:spcPts val="0"/>
              </a:spcBef>
              <a:spcAft>
                <a:spcPts val="0"/>
              </a:spcAft>
              <a:buSzPts val="2800"/>
              <a:buNone/>
              <a:defRPr sz="1000">
                <a:solidFill>
                  <a:schemeClr val="lt2"/>
                </a:solidFill>
                <a:latin typeface="Space Grotesk"/>
                <a:ea typeface="Space Grotesk"/>
                <a:cs typeface="Space Grotesk"/>
                <a:sym typeface="Space Grotesk"/>
              </a:defRPr>
            </a:lvl9pPr>
          </a:lstStyle>
          <a:p/>
        </p:txBody>
      </p:sp>
      <p:sp>
        <p:nvSpPr>
          <p:cNvPr id="462" name="Google Shape;462;p42"/>
          <p:cNvSpPr txBox="1"/>
          <p:nvPr>
            <p:ph idx="6" type="subTitle"/>
          </p:nvPr>
        </p:nvSpPr>
        <p:spPr>
          <a:xfrm>
            <a:off x="3721600" y="2709275"/>
            <a:ext cx="15747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463" name="Google Shape;463;p42"/>
          <p:cNvSpPr txBox="1"/>
          <p:nvPr>
            <p:ph idx="7" type="subTitle"/>
          </p:nvPr>
        </p:nvSpPr>
        <p:spPr>
          <a:xfrm>
            <a:off x="5511500" y="2709275"/>
            <a:ext cx="15747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464" name="Google Shape;464;p42"/>
          <p:cNvSpPr txBox="1"/>
          <p:nvPr>
            <p:ph idx="8" type="subTitle"/>
          </p:nvPr>
        </p:nvSpPr>
        <p:spPr>
          <a:xfrm>
            <a:off x="7293076" y="2713624"/>
            <a:ext cx="15984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465" name="Google Shape;465;p42"/>
          <p:cNvSpPr txBox="1"/>
          <p:nvPr>
            <p:ph idx="9" type="title"/>
          </p:nvPr>
        </p:nvSpPr>
        <p:spPr>
          <a:xfrm>
            <a:off x="3596525" y="522925"/>
            <a:ext cx="5295000" cy="8367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3500">
                <a:highlight>
                  <a:schemeClr val="accent5"/>
                </a:highlight>
                <a:latin typeface="Space Grotesk"/>
                <a:ea typeface="Space Grotesk"/>
                <a:cs typeface="Space Grotesk"/>
                <a:sym typeface="Space Grotesk"/>
              </a:defRPr>
            </a:lvl1pPr>
            <a:lvl2pPr lvl="1">
              <a:lnSpc>
                <a:spcPct val="115000"/>
              </a:lnSpc>
              <a:spcBef>
                <a:spcPts val="0"/>
              </a:spcBef>
              <a:spcAft>
                <a:spcPts val="0"/>
              </a:spcAft>
              <a:buSzPts val="2800"/>
              <a:buNone/>
              <a:defRPr sz="3900">
                <a:highlight>
                  <a:schemeClr val="accent5"/>
                </a:highlight>
              </a:defRPr>
            </a:lvl2pPr>
            <a:lvl3pPr lvl="2">
              <a:lnSpc>
                <a:spcPct val="115000"/>
              </a:lnSpc>
              <a:spcBef>
                <a:spcPts val="0"/>
              </a:spcBef>
              <a:spcAft>
                <a:spcPts val="0"/>
              </a:spcAft>
              <a:buSzPts val="2800"/>
              <a:buNone/>
              <a:defRPr sz="3900">
                <a:highlight>
                  <a:schemeClr val="accent5"/>
                </a:highlight>
              </a:defRPr>
            </a:lvl3pPr>
            <a:lvl4pPr lvl="3">
              <a:lnSpc>
                <a:spcPct val="115000"/>
              </a:lnSpc>
              <a:spcBef>
                <a:spcPts val="0"/>
              </a:spcBef>
              <a:spcAft>
                <a:spcPts val="0"/>
              </a:spcAft>
              <a:buSzPts val="2800"/>
              <a:buNone/>
              <a:defRPr sz="3900">
                <a:highlight>
                  <a:schemeClr val="accent5"/>
                </a:highlight>
              </a:defRPr>
            </a:lvl4pPr>
            <a:lvl5pPr lvl="4">
              <a:lnSpc>
                <a:spcPct val="115000"/>
              </a:lnSpc>
              <a:spcBef>
                <a:spcPts val="0"/>
              </a:spcBef>
              <a:spcAft>
                <a:spcPts val="0"/>
              </a:spcAft>
              <a:buSzPts val="2800"/>
              <a:buNone/>
              <a:defRPr sz="3900">
                <a:highlight>
                  <a:schemeClr val="accent5"/>
                </a:highlight>
              </a:defRPr>
            </a:lvl5pPr>
            <a:lvl6pPr lvl="5">
              <a:lnSpc>
                <a:spcPct val="115000"/>
              </a:lnSpc>
              <a:spcBef>
                <a:spcPts val="0"/>
              </a:spcBef>
              <a:spcAft>
                <a:spcPts val="0"/>
              </a:spcAft>
              <a:buSzPts val="2800"/>
              <a:buNone/>
              <a:defRPr sz="3900">
                <a:highlight>
                  <a:schemeClr val="accent5"/>
                </a:highlight>
              </a:defRPr>
            </a:lvl6pPr>
            <a:lvl7pPr lvl="6">
              <a:lnSpc>
                <a:spcPct val="115000"/>
              </a:lnSpc>
              <a:spcBef>
                <a:spcPts val="0"/>
              </a:spcBef>
              <a:spcAft>
                <a:spcPts val="0"/>
              </a:spcAft>
              <a:buSzPts val="2800"/>
              <a:buNone/>
              <a:defRPr sz="3900">
                <a:highlight>
                  <a:schemeClr val="accent5"/>
                </a:highlight>
              </a:defRPr>
            </a:lvl7pPr>
            <a:lvl8pPr lvl="7">
              <a:lnSpc>
                <a:spcPct val="115000"/>
              </a:lnSpc>
              <a:spcBef>
                <a:spcPts val="0"/>
              </a:spcBef>
              <a:spcAft>
                <a:spcPts val="0"/>
              </a:spcAft>
              <a:buSzPts val="2800"/>
              <a:buNone/>
              <a:defRPr sz="3900">
                <a:highlight>
                  <a:schemeClr val="accent5"/>
                </a:highlight>
              </a:defRPr>
            </a:lvl8pPr>
            <a:lvl9pPr lvl="8">
              <a:lnSpc>
                <a:spcPct val="115000"/>
              </a:lnSpc>
              <a:spcBef>
                <a:spcPts val="0"/>
              </a:spcBef>
              <a:spcAft>
                <a:spcPts val="0"/>
              </a:spcAft>
              <a:buSzPts val="2800"/>
              <a:buNone/>
              <a:defRPr sz="3900">
                <a:highlight>
                  <a:schemeClr val="accent5"/>
                </a:highlight>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List 1">
  <p:cSld name="Contact List (g3d70d8efc46_24_0)">
    <p:spTree>
      <p:nvGrpSpPr>
        <p:cNvPr id="466" name="Shape 466"/>
        <p:cNvGrpSpPr/>
        <p:nvPr/>
      </p:nvGrpSpPr>
      <p:grpSpPr>
        <a:xfrm>
          <a:off x="0" y="0"/>
          <a:ext cx="0" cy="0"/>
          <a:chOff x="0" y="0"/>
          <a:chExt cx="0" cy="0"/>
        </a:xfrm>
      </p:grpSpPr>
      <p:sp>
        <p:nvSpPr>
          <p:cNvPr id="467" name="Google Shape;467;p43"/>
          <p:cNvSpPr txBox="1"/>
          <p:nvPr>
            <p:ph idx="1" type="subTitle"/>
          </p:nvPr>
        </p:nvSpPr>
        <p:spPr>
          <a:xfrm>
            <a:off x="246850" y="2493274"/>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2"/>
                </a:highlight>
              </a:defRPr>
            </a:lvl1pPr>
            <a:lvl2pPr lvl="1">
              <a:lnSpc>
                <a:spcPct val="80000"/>
              </a:lnSpc>
              <a:spcBef>
                <a:spcPts val="0"/>
              </a:spcBef>
              <a:spcAft>
                <a:spcPts val="0"/>
              </a:spcAft>
              <a:buSzPts val="1500"/>
              <a:buFont typeface="Space Grotesk"/>
              <a:buNone/>
              <a:defRPr sz="1500"/>
            </a:lvl2pPr>
            <a:lvl3pPr lvl="2">
              <a:lnSpc>
                <a:spcPct val="80000"/>
              </a:lnSpc>
              <a:spcBef>
                <a:spcPts val="0"/>
              </a:spcBef>
              <a:spcAft>
                <a:spcPts val="0"/>
              </a:spcAft>
              <a:buSzPts val="1500"/>
              <a:buFont typeface="Space Grotesk"/>
              <a:buNone/>
              <a:defRPr sz="1500"/>
            </a:lvl3pPr>
            <a:lvl4pPr lvl="3">
              <a:lnSpc>
                <a:spcPct val="80000"/>
              </a:lnSpc>
              <a:spcBef>
                <a:spcPts val="0"/>
              </a:spcBef>
              <a:spcAft>
                <a:spcPts val="0"/>
              </a:spcAft>
              <a:buSzPts val="1500"/>
              <a:buFont typeface="Space Grotesk"/>
              <a:buNone/>
              <a:defRPr sz="1500"/>
            </a:lvl4pPr>
            <a:lvl5pPr lvl="4">
              <a:lnSpc>
                <a:spcPct val="80000"/>
              </a:lnSpc>
              <a:spcBef>
                <a:spcPts val="0"/>
              </a:spcBef>
              <a:spcAft>
                <a:spcPts val="0"/>
              </a:spcAft>
              <a:buSzPts val="1500"/>
              <a:buFont typeface="Space Grotesk"/>
              <a:buNone/>
              <a:defRPr sz="1500"/>
            </a:lvl5pPr>
            <a:lvl6pPr lvl="5">
              <a:lnSpc>
                <a:spcPct val="80000"/>
              </a:lnSpc>
              <a:spcBef>
                <a:spcPts val="0"/>
              </a:spcBef>
              <a:spcAft>
                <a:spcPts val="0"/>
              </a:spcAft>
              <a:buSzPts val="1500"/>
              <a:buFont typeface="Space Grotesk"/>
              <a:buNone/>
              <a:defRPr sz="1500"/>
            </a:lvl6pPr>
            <a:lvl7pPr lvl="6">
              <a:lnSpc>
                <a:spcPct val="80000"/>
              </a:lnSpc>
              <a:spcBef>
                <a:spcPts val="0"/>
              </a:spcBef>
              <a:spcAft>
                <a:spcPts val="0"/>
              </a:spcAft>
              <a:buSzPts val="1500"/>
              <a:buFont typeface="Space Grotesk"/>
              <a:buNone/>
              <a:defRPr sz="1500"/>
            </a:lvl7pPr>
            <a:lvl8pPr lvl="7">
              <a:lnSpc>
                <a:spcPct val="80000"/>
              </a:lnSpc>
              <a:spcBef>
                <a:spcPts val="0"/>
              </a:spcBef>
              <a:spcAft>
                <a:spcPts val="0"/>
              </a:spcAft>
              <a:buSzPts val="1500"/>
              <a:buFont typeface="Space Grotesk"/>
              <a:buNone/>
              <a:defRPr sz="1500"/>
            </a:lvl8pPr>
            <a:lvl9pPr lvl="8">
              <a:lnSpc>
                <a:spcPct val="80000"/>
              </a:lnSpc>
              <a:spcBef>
                <a:spcPts val="0"/>
              </a:spcBef>
              <a:spcAft>
                <a:spcPts val="0"/>
              </a:spcAft>
              <a:buSzPts val="1500"/>
              <a:buFont typeface="Space Grotesk"/>
              <a:buNone/>
              <a:defRPr sz="1500"/>
            </a:lvl9pPr>
          </a:lstStyle>
          <a:p/>
        </p:txBody>
      </p:sp>
      <p:sp>
        <p:nvSpPr>
          <p:cNvPr id="468" name="Google Shape;468;p43"/>
          <p:cNvSpPr txBox="1"/>
          <p:nvPr>
            <p:ph idx="2" type="subTitle"/>
          </p:nvPr>
        </p:nvSpPr>
        <p:spPr>
          <a:xfrm>
            <a:off x="246850" y="2938475"/>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469" name="Google Shape;469;p43"/>
          <p:cNvSpPr txBox="1"/>
          <p:nvPr>
            <p:ph idx="3" type="subTitle"/>
          </p:nvPr>
        </p:nvSpPr>
        <p:spPr>
          <a:xfrm>
            <a:off x="246850" y="3101490"/>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470" name="Google Shape;470;p43"/>
          <p:cNvSpPr txBox="1"/>
          <p:nvPr>
            <p:ph idx="4" type="subTitle"/>
          </p:nvPr>
        </p:nvSpPr>
        <p:spPr>
          <a:xfrm>
            <a:off x="3135975" y="2493274"/>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4"/>
                </a:highlight>
              </a:defRPr>
            </a:lvl1pPr>
            <a:lvl2pPr lvl="1">
              <a:lnSpc>
                <a:spcPct val="80000"/>
              </a:lnSpc>
              <a:spcBef>
                <a:spcPts val="0"/>
              </a:spcBef>
              <a:spcAft>
                <a:spcPts val="0"/>
              </a:spcAft>
              <a:buSzPts val="1500"/>
              <a:buFont typeface="Space Grotesk"/>
              <a:buNone/>
              <a:defRPr sz="1500">
                <a:highlight>
                  <a:schemeClr val="accent4"/>
                </a:highlight>
              </a:defRPr>
            </a:lvl2pPr>
            <a:lvl3pPr lvl="2">
              <a:lnSpc>
                <a:spcPct val="80000"/>
              </a:lnSpc>
              <a:spcBef>
                <a:spcPts val="0"/>
              </a:spcBef>
              <a:spcAft>
                <a:spcPts val="0"/>
              </a:spcAft>
              <a:buSzPts val="1500"/>
              <a:buFont typeface="Space Grotesk"/>
              <a:buNone/>
              <a:defRPr sz="1500">
                <a:highlight>
                  <a:schemeClr val="accent4"/>
                </a:highlight>
              </a:defRPr>
            </a:lvl3pPr>
            <a:lvl4pPr lvl="3">
              <a:lnSpc>
                <a:spcPct val="80000"/>
              </a:lnSpc>
              <a:spcBef>
                <a:spcPts val="0"/>
              </a:spcBef>
              <a:spcAft>
                <a:spcPts val="0"/>
              </a:spcAft>
              <a:buSzPts val="1500"/>
              <a:buFont typeface="Space Grotesk"/>
              <a:buNone/>
              <a:defRPr sz="1500">
                <a:highlight>
                  <a:schemeClr val="accent4"/>
                </a:highlight>
              </a:defRPr>
            </a:lvl4pPr>
            <a:lvl5pPr lvl="4">
              <a:lnSpc>
                <a:spcPct val="80000"/>
              </a:lnSpc>
              <a:spcBef>
                <a:spcPts val="0"/>
              </a:spcBef>
              <a:spcAft>
                <a:spcPts val="0"/>
              </a:spcAft>
              <a:buSzPts val="1500"/>
              <a:buFont typeface="Space Grotesk"/>
              <a:buNone/>
              <a:defRPr sz="1500">
                <a:highlight>
                  <a:schemeClr val="accent4"/>
                </a:highlight>
              </a:defRPr>
            </a:lvl5pPr>
            <a:lvl6pPr lvl="5">
              <a:lnSpc>
                <a:spcPct val="80000"/>
              </a:lnSpc>
              <a:spcBef>
                <a:spcPts val="0"/>
              </a:spcBef>
              <a:spcAft>
                <a:spcPts val="0"/>
              </a:spcAft>
              <a:buSzPts val="1500"/>
              <a:buFont typeface="Space Grotesk"/>
              <a:buNone/>
              <a:defRPr sz="1500">
                <a:highlight>
                  <a:schemeClr val="accent4"/>
                </a:highlight>
              </a:defRPr>
            </a:lvl6pPr>
            <a:lvl7pPr lvl="6">
              <a:lnSpc>
                <a:spcPct val="80000"/>
              </a:lnSpc>
              <a:spcBef>
                <a:spcPts val="0"/>
              </a:spcBef>
              <a:spcAft>
                <a:spcPts val="0"/>
              </a:spcAft>
              <a:buSzPts val="1500"/>
              <a:buFont typeface="Space Grotesk"/>
              <a:buNone/>
              <a:defRPr sz="1500">
                <a:highlight>
                  <a:schemeClr val="accent4"/>
                </a:highlight>
              </a:defRPr>
            </a:lvl7pPr>
            <a:lvl8pPr lvl="7">
              <a:lnSpc>
                <a:spcPct val="80000"/>
              </a:lnSpc>
              <a:spcBef>
                <a:spcPts val="0"/>
              </a:spcBef>
              <a:spcAft>
                <a:spcPts val="0"/>
              </a:spcAft>
              <a:buSzPts val="1500"/>
              <a:buFont typeface="Space Grotesk"/>
              <a:buNone/>
              <a:defRPr sz="1500">
                <a:highlight>
                  <a:schemeClr val="accent4"/>
                </a:highlight>
              </a:defRPr>
            </a:lvl8pPr>
            <a:lvl9pPr lvl="8">
              <a:lnSpc>
                <a:spcPct val="80000"/>
              </a:lnSpc>
              <a:spcBef>
                <a:spcPts val="0"/>
              </a:spcBef>
              <a:spcAft>
                <a:spcPts val="0"/>
              </a:spcAft>
              <a:buSzPts val="1500"/>
              <a:buFont typeface="Space Grotesk"/>
              <a:buNone/>
              <a:defRPr sz="1500">
                <a:highlight>
                  <a:schemeClr val="accent4"/>
                </a:highlight>
              </a:defRPr>
            </a:lvl9pPr>
          </a:lstStyle>
          <a:p/>
        </p:txBody>
      </p:sp>
      <p:sp>
        <p:nvSpPr>
          <p:cNvPr id="471" name="Google Shape;471;p43"/>
          <p:cNvSpPr txBox="1"/>
          <p:nvPr>
            <p:ph idx="5" type="subTitle"/>
          </p:nvPr>
        </p:nvSpPr>
        <p:spPr>
          <a:xfrm>
            <a:off x="3135975" y="4097621"/>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5"/>
                </a:highlight>
              </a:defRPr>
            </a:lvl1pPr>
            <a:lvl2pPr lvl="1">
              <a:lnSpc>
                <a:spcPct val="80000"/>
              </a:lnSpc>
              <a:spcBef>
                <a:spcPts val="0"/>
              </a:spcBef>
              <a:spcAft>
                <a:spcPts val="0"/>
              </a:spcAft>
              <a:buSzPts val="1500"/>
              <a:buFont typeface="Space Grotesk"/>
              <a:buNone/>
              <a:defRPr sz="1500"/>
            </a:lvl2pPr>
            <a:lvl3pPr lvl="2">
              <a:lnSpc>
                <a:spcPct val="80000"/>
              </a:lnSpc>
              <a:spcBef>
                <a:spcPts val="0"/>
              </a:spcBef>
              <a:spcAft>
                <a:spcPts val="0"/>
              </a:spcAft>
              <a:buSzPts val="1500"/>
              <a:buFont typeface="Space Grotesk"/>
              <a:buNone/>
              <a:defRPr sz="1500"/>
            </a:lvl3pPr>
            <a:lvl4pPr lvl="3">
              <a:lnSpc>
                <a:spcPct val="80000"/>
              </a:lnSpc>
              <a:spcBef>
                <a:spcPts val="0"/>
              </a:spcBef>
              <a:spcAft>
                <a:spcPts val="0"/>
              </a:spcAft>
              <a:buSzPts val="1500"/>
              <a:buFont typeface="Space Grotesk"/>
              <a:buNone/>
              <a:defRPr sz="1500"/>
            </a:lvl4pPr>
            <a:lvl5pPr lvl="4">
              <a:lnSpc>
                <a:spcPct val="80000"/>
              </a:lnSpc>
              <a:spcBef>
                <a:spcPts val="0"/>
              </a:spcBef>
              <a:spcAft>
                <a:spcPts val="0"/>
              </a:spcAft>
              <a:buSzPts val="1500"/>
              <a:buFont typeface="Space Grotesk"/>
              <a:buNone/>
              <a:defRPr sz="1500"/>
            </a:lvl5pPr>
            <a:lvl6pPr lvl="5">
              <a:lnSpc>
                <a:spcPct val="80000"/>
              </a:lnSpc>
              <a:spcBef>
                <a:spcPts val="0"/>
              </a:spcBef>
              <a:spcAft>
                <a:spcPts val="0"/>
              </a:spcAft>
              <a:buSzPts val="1500"/>
              <a:buFont typeface="Space Grotesk"/>
              <a:buNone/>
              <a:defRPr sz="1500"/>
            </a:lvl6pPr>
            <a:lvl7pPr lvl="6">
              <a:lnSpc>
                <a:spcPct val="80000"/>
              </a:lnSpc>
              <a:spcBef>
                <a:spcPts val="0"/>
              </a:spcBef>
              <a:spcAft>
                <a:spcPts val="0"/>
              </a:spcAft>
              <a:buSzPts val="1500"/>
              <a:buFont typeface="Space Grotesk"/>
              <a:buNone/>
              <a:defRPr sz="1500"/>
            </a:lvl7pPr>
            <a:lvl8pPr lvl="7">
              <a:lnSpc>
                <a:spcPct val="80000"/>
              </a:lnSpc>
              <a:spcBef>
                <a:spcPts val="0"/>
              </a:spcBef>
              <a:spcAft>
                <a:spcPts val="0"/>
              </a:spcAft>
              <a:buSzPts val="1500"/>
              <a:buFont typeface="Space Grotesk"/>
              <a:buNone/>
              <a:defRPr sz="1500"/>
            </a:lvl8pPr>
            <a:lvl9pPr lvl="8">
              <a:lnSpc>
                <a:spcPct val="80000"/>
              </a:lnSpc>
              <a:spcBef>
                <a:spcPts val="0"/>
              </a:spcBef>
              <a:spcAft>
                <a:spcPts val="0"/>
              </a:spcAft>
              <a:buSzPts val="1500"/>
              <a:buFont typeface="Space Grotesk"/>
              <a:buNone/>
              <a:defRPr sz="1500"/>
            </a:lvl9pPr>
          </a:lstStyle>
          <a:p/>
        </p:txBody>
      </p:sp>
      <p:sp>
        <p:nvSpPr>
          <p:cNvPr id="472" name="Google Shape;472;p43"/>
          <p:cNvSpPr txBox="1"/>
          <p:nvPr>
            <p:ph type="title"/>
          </p:nvPr>
        </p:nvSpPr>
        <p:spPr>
          <a:xfrm>
            <a:off x="237641" y="203879"/>
            <a:ext cx="6480300" cy="212400"/>
          </a:xfrm>
          <a:prstGeom prst="rect">
            <a:avLst/>
          </a:prstGeom>
        </p:spPr>
        <p:txBody>
          <a:bodyPr anchorCtr="0" anchor="t" bIns="0" lIns="0" spcFirstLastPara="1" rIns="0" wrap="square" tIns="0">
            <a:spAutoFit/>
          </a:bodyPr>
          <a:lstStyle>
            <a:lvl1pPr lvl="0">
              <a:spcBef>
                <a:spcPts val="0"/>
              </a:spcBef>
              <a:spcAft>
                <a:spcPts val="0"/>
              </a:spcAft>
              <a:buSzPts val="2800"/>
              <a:buNone/>
              <a:defRPr sz="1500"/>
            </a:lvl1pPr>
            <a:lvl2pPr lvl="1">
              <a:lnSpc>
                <a:spcPct val="115000"/>
              </a:lnSpc>
              <a:spcBef>
                <a:spcPts val="0"/>
              </a:spcBef>
              <a:spcAft>
                <a:spcPts val="0"/>
              </a:spcAft>
              <a:buSzPts val="2800"/>
              <a:buNone/>
              <a:defRPr sz="3000">
                <a:latin typeface="Arial"/>
                <a:ea typeface="Arial"/>
                <a:cs typeface="Arial"/>
                <a:sym typeface="Arial"/>
              </a:defRPr>
            </a:lvl2pPr>
            <a:lvl3pPr lvl="2">
              <a:lnSpc>
                <a:spcPct val="115000"/>
              </a:lnSpc>
              <a:spcBef>
                <a:spcPts val="0"/>
              </a:spcBef>
              <a:spcAft>
                <a:spcPts val="0"/>
              </a:spcAft>
              <a:buSzPts val="2800"/>
              <a:buNone/>
              <a:defRPr sz="3000">
                <a:latin typeface="Arial"/>
                <a:ea typeface="Arial"/>
                <a:cs typeface="Arial"/>
                <a:sym typeface="Arial"/>
              </a:defRPr>
            </a:lvl3pPr>
            <a:lvl4pPr lvl="3">
              <a:lnSpc>
                <a:spcPct val="115000"/>
              </a:lnSpc>
              <a:spcBef>
                <a:spcPts val="0"/>
              </a:spcBef>
              <a:spcAft>
                <a:spcPts val="0"/>
              </a:spcAft>
              <a:buSzPts val="2800"/>
              <a:buNone/>
              <a:defRPr sz="3000">
                <a:latin typeface="Arial"/>
                <a:ea typeface="Arial"/>
                <a:cs typeface="Arial"/>
                <a:sym typeface="Arial"/>
              </a:defRPr>
            </a:lvl4pPr>
            <a:lvl5pPr lvl="4">
              <a:lnSpc>
                <a:spcPct val="115000"/>
              </a:lnSpc>
              <a:spcBef>
                <a:spcPts val="0"/>
              </a:spcBef>
              <a:spcAft>
                <a:spcPts val="0"/>
              </a:spcAft>
              <a:buSzPts val="2800"/>
              <a:buNone/>
              <a:defRPr sz="3000">
                <a:latin typeface="Arial"/>
                <a:ea typeface="Arial"/>
                <a:cs typeface="Arial"/>
                <a:sym typeface="Arial"/>
              </a:defRPr>
            </a:lvl5pPr>
            <a:lvl6pPr lvl="5">
              <a:lnSpc>
                <a:spcPct val="115000"/>
              </a:lnSpc>
              <a:spcBef>
                <a:spcPts val="0"/>
              </a:spcBef>
              <a:spcAft>
                <a:spcPts val="0"/>
              </a:spcAft>
              <a:buSzPts val="2800"/>
              <a:buNone/>
              <a:defRPr sz="3000">
                <a:latin typeface="Arial"/>
                <a:ea typeface="Arial"/>
                <a:cs typeface="Arial"/>
                <a:sym typeface="Arial"/>
              </a:defRPr>
            </a:lvl6pPr>
            <a:lvl7pPr lvl="6">
              <a:lnSpc>
                <a:spcPct val="115000"/>
              </a:lnSpc>
              <a:spcBef>
                <a:spcPts val="0"/>
              </a:spcBef>
              <a:spcAft>
                <a:spcPts val="0"/>
              </a:spcAft>
              <a:buSzPts val="2800"/>
              <a:buNone/>
              <a:defRPr sz="3000">
                <a:latin typeface="Arial"/>
                <a:ea typeface="Arial"/>
                <a:cs typeface="Arial"/>
                <a:sym typeface="Arial"/>
              </a:defRPr>
            </a:lvl7pPr>
            <a:lvl8pPr lvl="7">
              <a:lnSpc>
                <a:spcPct val="115000"/>
              </a:lnSpc>
              <a:spcBef>
                <a:spcPts val="0"/>
              </a:spcBef>
              <a:spcAft>
                <a:spcPts val="0"/>
              </a:spcAft>
              <a:buSzPts val="2800"/>
              <a:buNone/>
              <a:defRPr sz="3000">
                <a:latin typeface="Arial"/>
                <a:ea typeface="Arial"/>
                <a:cs typeface="Arial"/>
                <a:sym typeface="Arial"/>
              </a:defRPr>
            </a:lvl8pPr>
            <a:lvl9pPr lvl="8">
              <a:lnSpc>
                <a:spcPct val="115000"/>
              </a:lnSpc>
              <a:spcBef>
                <a:spcPts val="0"/>
              </a:spcBef>
              <a:spcAft>
                <a:spcPts val="0"/>
              </a:spcAft>
              <a:buSzPts val="2800"/>
              <a:buNone/>
              <a:defRPr sz="3000">
                <a:latin typeface="Arial"/>
                <a:ea typeface="Arial"/>
                <a:cs typeface="Arial"/>
                <a:sym typeface="Arial"/>
              </a:defRPr>
            </a:lvl9pPr>
          </a:lstStyle>
          <a:p/>
        </p:txBody>
      </p:sp>
      <p:sp>
        <p:nvSpPr>
          <p:cNvPr id="473" name="Google Shape;473;p43"/>
          <p:cNvSpPr txBox="1"/>
          <p:nvPr>
            <p:ph idx="6" type="subTitle"/>
          </p:nvPr>
        </p:nvSpPr>
        <p:spPr>
          <a:xfrm>
            <a:off x="246850" y="3513916"/>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474" name="Google Shape;474;p43"/>
          <p:cNvSpPr txBox="1"/>
          <p:nvPr>
            <p:ph idx="7" type="subTitle"/>
          </p:nvPr>
        </p:nvSpPr>
        <p:spPr>
          <a:xfrm>
            <a:off x="246850" y="3676931"/>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475" name="Google Shape;475;p43"/>
          <p:cNvSpPr txBox="1"/>
          <p:nvPr>
            <p:ph idx="8" type="subTitle"/>
          </p:nvPr>
        </p:nvSpPr>
        <p:spPr>
          <a:xfrm>
            <a:off x="246850" y="4098291"/>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476" name="Google Shape;476;p43"/>
          <p:cNvSpPr txBox="1"/>
          <p:nvPr>
            <p:ph idx="9" type="subTitle"/>
          </p:nvPr>
        </p:nvSpPr>
        <p:spPr>
          <a:xfrm>
            <a:off x="246850" y="4261306"/>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477" name="Google Shape;477;p43"/>
          <p:cNvSpPr txBox="1"/>
          <p:nvPr>
            <p:ph idx="13" type="subTitle"/>
          </p:nvPr>
        </p:nvSpPr>
        <p:spPr>
          <a:xfrm>
            <a:off x="3135975" y="2938475"/>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478" name="Google Shape;478;p43"/>
          <p:cNvSpPr txBox="1"/>
          <p:nvPr>
            <p:ph idx="14" type="subTitle"/>
          </p:nvPr>
        </p:nvSpPr>
        <p:spPr>
          <a:xfrm>
            <a:off x="3135975" y="3101490"/>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479" name="Google Shape;479;p43"/>
          <p:cNvSpPr txBox="1"/>
          <p:nvPr>
            <p:ph idx="15" type="subTitle"/>
          </p:nvPr>
        </p:nvSpPr>
        <p:spPr>
          <a:xfrm>
            <a:off x="3135975" y="3513916"/>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480" name="Google Shape;480;p43"/>
          <p:cNvSpPr txBox="1"/>
          <p:nvPr>
            <p:ph idx="16" type="subTitle"/>
          </p:nvPr>
        </p:nvSpPr>
        <p:spPr>
          <a:xfrm>
            <a:off x="3135975" y="3676931"/>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481" name="Google Shape;481;p43"/>
          <p:cNvSpPr txBox="1"/>
          <p:nvPr>
            <p:ph idx="17" type="subTitle"/>
          </p:nvPr>
        </p:nvSpPr>
        <p:spPr>
          <a:xfrm>
            <a:off x="3135975" y="4546391"/>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482" name="Google Shape;482;p43"/>
          <p:cNvSpPr txBox="1"/>
          <p:nvPr>
            <p:ph idx="18" type="subTitle"/>
          </p:nvPr>
        </p:nvSpPr>
        <p:spPr>
          <a:xfrm>
            <a:off x="3135975" y="4709406"/>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Tree>
  </p:cSld>
  <p:clrMapOvr>
    <a:masterClrMapping/>
  </p:clrMapOvr>
  <p:extLst>
    <p:ext uri="{DCECCB84-F9BA-43D5-87BE-67443E8EF086}">
      <p15:sldGuideLst>
        <p15:guide id="1" orient="horz" pos="468">
          <p15:clr>
            <a:srgbClr val="E46962"/>
          </p15:clr>
        </p15:guide>
        <p15:guide id="2" orient="horz" pos="3081">
          <p15:clr>
            <a:srgbClr val="E46962"/>
          </p15:clr>
        </p15:guide>
        <p15:guide id="3" pos="454">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ks 1">
  <p:cSld name="Links (g3d815a895b7_84_0)">
    <p:spTree>
      <p:nvGrpSpPr>
        <p:cNvPr id="483" name="Shape 483"/>
        <p:cNvGrpSpPr/>
        <p:nvPr/>
      </p:nvGrpSpPr>
      <p:grpSpPr>
        <a:xfrm>
          <a:off x="0" y="0"/>
          <a:ext cx="0" cy="0"/>
          <a:chOff x="0" y="0"/>
          <a:chExt cx="0" cy="0"/>
        </a:xfrm>
      </p:grpSpPr>
      <p:sp>
        <p:nvSpPr>
          <p:cNvPr id="484" name="Google Shape;484;p44"/>
          <p:cNvSpPr txBox="1"/>
          <p:nvPr>
            <p:ph type="title"/>
          </p:nvPr>
        </p:nvSpPr>
        <p:spPr>
          <a:xfrm>
            <a:off x="242375" y="530828"/>
            <a:ext cx="3576600" cy="378900"/>
          </a:xfrm>
          <a:prstGeom prst="rect">
            <a:avLst/>
          </a:prstGeom>
        </p:spPr>
        <p:txBody>
          <a:bodyPr anchorCtr="0" anchor="t" bIns="0" lIns="0" spcFirstLastPara="1" rIns="0" wrap="square" tIns="0">
            <a:spAutoFit/>
          </a:bodyPr>
          <a:lstStyle>
            <a:lvl1pPr lvl="0">
              <a:spcBef>
                <a:spcPts val="0"/>
              </a:spcBef>
              <a:spcAft>
                <a:spcPts val="0"/>
              </a:spcAft>
              <a:buSzPts val="2800"/>
              <a:buNone/>
              <a:defRPr sz="1000">
                <a:latin typeface="Space Grotesk"/>
                <a:ea typeface="Space Grotesk"/>
                <a:cs typeface="Space Grotesk"/>
                <a:sym typeface="Space Grotesk"/>
              </a:defRPr>
            </a:lvl1pPr>
            <a:lvl2pPr lvl="1">
              <a:spcBef>
                <a:spcPts val="0"/>
              </a:spcBef>
              <a:spcAft>
                <a:spcPts val="0"/>
              </a:spcAft>
              <a:buSzPts val="2800"/>
              <a:buNone/>
              <a:defRPr sz="1000">
                <a:latin typeface="Space Grotesk"/>
                <a:ea typeface="Space Grotesk"/>
                <a:cs typeface="Space Grotesk"/>
                <a:sym typeface="Space Grotesk"/>
              </a:defRPr>
            </a:lvl2pPr>
            <a:lvl3pPr lvl="2">
              <a:spcBef>
                <a:spcPts val="0"/>
              </a:spcBef>
              <a:spcAft>
                <a:spcPts val="0"/>
              </a:spcAft>
              <a:buSzPts val="2800"/>
              <a:buNone/>
              <a:defRPr sz="1000">
                <a:latin typeface="Space Grotesk"/>
                <a:ea typeface="Space Grotesk"/>
                <a:cs typeface="Space Grotesk"/>
                <a:sym typeface="Space Grotesk"/>
              </a:defRPr>
            </a:lvl3pPr>
            <a:lvl4pPr lvl="3">
              <a:spcBef>
                <a:spcPts val="0"/>
              </a:spcBef>
              <a:spcAft>
                <a:spcPts val="0"/>
              </a:spcAft>
              <a:buSzPts val="2800"/>
              <a:buNone/>
              <a:defRPr sz="1000">
                <a:latin typeface="Space Grotesk"/>
                <a:ea typeface="Space Grotesk"/>
                <a:cs typeface="Space Grotesk"/>
                <a:sym typeface="Space Grotesk"/>
              </a:defRPr>
            </a:lvl4pPr>
            <a:lvl5pPr lvl="4">
              <a:spcBef>
                <a:spcPts val="0"/>
              </a:spcBef>
              <a:spcAft>
                <a:spcPts val="0"/>
              </a:spcAft>
              <a:buSzPts val="2800"/>
              <a:buNone/>
              <a:defRPr sz="1000">
                <a:latin typeface="Space Grotesk"/>
                <a:ea typeface="Space Grotesk"/>
                <a:cs typeface="Space Grotesk"/>
                <a:sym typeface="Space Grotesk"/>
              </a:defRPr>
            </a:lvl5pPr>
            <a:lvl6pPr lvl="5">
              <a:spcBef>
                <a:spcPts val="0"/>
              </a:spcBef>
              <a:spcAft>
                <a:spcPts val="0"/>
              </a:spcAft>
              <a:buSzPts val="2800"/>
              <a:buNone/>
              <a:defRPr sz="1000">
                <a:latin typeface="Space Grotesk"/>
                <a:ea typeface="Space Grotesk"/>
                <a:cs typeface="Space Grotesk"/>
                <a:sym typeface="Space Grotesk"/>
              </a:defRPr>
            </a:lvl6pPr>
            <a:lvl7pPr lvl="6">
              <a:spcBef>
                <a:spcPts val="0"/>
              </a:spcBef>
              <a:spcAft>
                <a:spcPts val="0"/>
              </a:spcAft>
              <a:buSzPts val="2800"/>
              <a:buNone/>
              <a:defRPr sz="1000">
                <a:latin typeface="Space Grotesk"/>
                <a:ea typeface="Space Grotesk"/>
                <a:cs typeface="Space Grotesk"/>
                <a:sym typeface="Space Grotesk"/>
              </a:defRPr>
            </a:lvl7pPr>
            <a:lvl8pPr lvl="7">
              <a:spcBef>
                <a:spcPts val="0"/>
              </a:spcBef>
              <a:spcAft>
                <a:spcPts val="0"/>
              </a:spcAft>
              <a:buSzPts val="2800"/>
              <a:buNone/>
              <a:defRPr sz="1000">
                <a:latin typeface="Space Grotesk"/>
                <a:ea typeface="Space Grotesk"/>
                <a:cs typeface="Space Grotesk"/>
                <a:sym typeface="Space Grotesk"/>
              </a:defRPr>
            </a:lvl8pPr>
            <a:lvl9pPr lvl="8">
              <a:spcBef>
                <a:spcPts val="0"/>
              </a:spcBef>
              <a:spcAft>
                <a:spcPts val="0"/>
              </a:spcAft>
              <a:buSzPts val="2800"/>
              <a:buNone/>
              <a:defRPr sz="1000">
                <a:latin typeface="Space Grotesk"/>
                <a:ea typeface="Space Grotesk"/>
                <a:cs typeface="Space Grotesk"/>
                <a:sym typeface="Space Grotesk"/>
              </a:defRPr>
            </a:lvl9pPr>
          </a:lstStyle>
          <a:p/>
        </p:txBody>
      </p:sp>
      <p:sp>
        <p:nvSpPr>
          <p:cNvPr id="485" name="Google Shape;485;p44"/>
          <p:cNvSpPr txBox="1"/>
          <p:nvPr>
            <p:ph idx="2" type="title"/>
          </p:nvPr>
        </p:nvSpPr>
        <p:spPr>
          <a:xfrm>
            <a:off x="236891" y="203879"/>
            <a:ext cx="6480300" cy="212400"/>
          </a:xfrm>
          <a:prstGeom prst="rect">
            <a:avLst/>
          </a:prstGeom>
        </p:spPr>
        <p:txBody>
          <a:bodyPr anchorCtr="0" anchor="t" bIns="0" lIns="0" spcFirstLastPara="1" rIns="0" wrap="square" tIns="0">
            <a:spAutoFit/>
          </a:bodyPr>
          <a:lstStyle>
            <a:lvl1pPr lvl="0">
              <a:spcBef>
                <a:spcPts val="0"/>
              </a:spcBef>
              <a:spcAft>
                <a:spcPts val="0"/>
              </a:spcAft>
              <a:buSzPts val="2800"/>
              <a:buNone/>
              <a:defRPr sz="1500"/>
            </a:lvl1pPr>
            <a:lvl2pPr lvl="1">
              <a:lnSpc>
                <a:spcPct val="115000"/>
              </a:lnSpc>
              <a:spcBef>
                <a:spcPts val="0"/>
              </a:spcBef>
              <a:spcAft>
                <a:spcPts val="0"/>
              </a:spcAft>
              <a:buSzPts val="2800"/>
              <a:buNone/>
              <a:defRPr sz="3000">
                <a:latin typeface="Space Grotesk"/>
                <a:ea typeface="Space Grotesk"/>
                <a:cs typeface="Space Grotesk"/>
                <a:sym typeface="Space Grotesk"/>
              </a:defRPr>
            </a:lvl2pPr>
            <a:lvl3pPr lvl="2">
              <a:lnSpc>
                <a:spcPct val="115000"/>
              </a:lnSpc>
              <a:spcBef>
                <a:spcPts val="0"/>
              </a:spcBef>
              <a:spcAft>
                <a:spcPts val="0"/>
              </a:spcAft>
              <a:buSzPts val="2800"/>
              <a:buNone/>
              <a:defRPr sz="3000">
                <a:latin typeface="Space Grotesk"/>
                <a:ea typeface="Space Grotesk"/>
                <a:cs typeface="Space Grotesk"/>
                <a:sym typeface="Space Grotesk"/>
              </a:defRPr>
            </a:lvl3pPr>
            <a:lvl4pPr lvl="3">
              <a:lnSpc>
                <a:spcPct val="115000"/>
              </a:lnSpc>
              <a:spcBef>
                <a:spcPts val="0"/>
              </a:spcBef>
              <a:spcAft>
                <a:spcPts val="0"/>
              </a:spcAft>
              <a:buSzPts val="2800"/>
              <a:buNone/>
              <a:defRPr sz="3000">
                <a:latin typeface="Space Grotesk"/>
                <a:ea typeface="Space Grotesk"/>
                <a:cs typeface="Space Grotesk"/>
                <a:sym typeface="Space Grotesk"/>
              </a:defRPr>
            </a:lvl4pPr>
            <a:lvl5pPr lvl="4">
              <a:lnSpc>
                <a:spcPct val="115000"/>
              </a:lnSpc>
              <a:spcBef>
                <a:spcPts val="0"/>
              </a:spcBef>
              <a:spcAft>
                <a:spcPts val="0"/>
              </a:spcAft>
              <a:buSzPts val="2800"/>
              <a:buNone/>
              <a:defRPr sz="3000">
                <a:latin typeface="Space Grotesk"/>
                <a:ea typeface="Space Grotesk"/>
                <a:cs typeface="Space Grotesk"/>
                <a:sym typeface="Space Grotesk"/>
              </a:defRPr>
            </a:lvl5pPr>
            <a:lvl6pPr lvl="5">
              <a:lnSpc>
                <a:spcPct val="115000"/>
              </a:lnSpc>
              <a:spcBef>
                <a:spcPts val="0"/>
              </a:spcBef>
              <a:spcAft>
                <a:spcPts val="0"/>
              </a:spcAft>
              <a:buSzPts val="2800"/>
              <a:buNone/>
              <a:defRPr sz="3000">
                <a:latin typeface="Space Grotesk"/>
                <a:ea typeface="Space Grotesk"/>
                <a:cs typeface="Space Grotesk"/>
                <a:sym typeface="Space Grotesk"/>
              </a:defRPr>
            </a:lvl6pPr>
            <a:lvl7pPr lvl="6">
              <a:lnSpc>
                <a:spcPct val="115000"/>
              </a:lnSpc>
              <a:spcBef>
                <a:spcPts val="0"/>
              </a:spcBef>
              <a:spcAft>
                <a:spcPts val="0"/>
              </a:spcAft>
              <a:buSzPts val="2800"/>
              <a:buNone/>
              <a:defRPr sz="3000">
                <a:latin typeface="Space Grotesk"/>
                <a:ea typeface="Space Grotesk"/>
                <a:cs typeface="Space Grotesk"/>
                <a:sym typeface="Space Grotesk"/>
              </a:defRPr>
            </a:lvl7pPr>
            <a:lvl8pPr lvl="7">
              <a:lnSpc>
                <a:spcPct val="115000"/>
              </a:lnSpc>
              <a:spcBef>
                <a:spcPts val="0"/>
              </a:spcBef>
              <a:spcAft>
                <a:spcPts val="0"/>
              </a:spcAft>
              <a:buSzPts val="2800"/>
              <a:buNone/>
              <a:defRPr sz="3000">
                <a:latin typeface="Space Grotesk"/>
                <a:ea typeface="Space Grotesk"/>
                <a:cs typeface="Space Grotesk"/>
                <a:sym typeface="Space Grotesk"/>
              </a:defRPr>
            </a:lvl8pPr>
            <a:lvl9pPr lvl="8">
              <a:lnSpc>
                <a:spcPct val="115000"/>
              </a:lnSpc>
              <a:spcBef>
                <a:spcPts val="0"/>
              </a:spcBef>
              <a:spcAft>
                <a:spcPts val="0"/>
              </a:spcAft>
              <a:buSzPts val="2800"/>
              <a:buNone/>
              <a:defRPr sz="3000">
                <a:latin typeface="Space Grotesk"/>
                <a:ea typeface="Space Grotesk"/>
                <a:cs typeface="Space Grotesk"/>
                <a:sym typeface="Space Grotesk"/>
              </a:defRPr>
            </a:lvl9pPr>
          </a:lstStyle>
          <a:p/>
        </p:txBody>
      </p:sp>
      <p:sp>
        <p:nvSpPr>
          <p:cNvPr id="486" name="Google Shape;486;p44"/>
          <p:cNvSpPr txBox="1"/>
          <p:nvPr>
            <p:ph idx="1" type="subTitle"/>
          </p:nvPr>
        </p:nvSpPr>
        <p:spPr>
          <a:xfrm>
            <a:off x="246850" y="2620050"/>
            <a:ext cx="6911700" cy="2271000"/>
          </a:xfrm>
          <a:prstGeom prst="rect">
            <a:avLst/>
          </a:prstGeom>
        </p:spPr>
        <p:txBody>
          <a:bodyPr anchorCtr="0" anchor="b" bIns="0" lIns="0" spcFirstLastPara="1" rIns="0" wrap="square" tIns="0">
            <a:normAutofit/>
          </a:bodyPr>
          <a:lstStyle>
            <a:lvl1pPr lvl="0">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1pPr>
            <a:lvl2pPr lvl="1">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2pPr>
            <a:lvl3pPr lvl="2">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3pPr>
            <a:lvl4pPr lvl="3">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4pPr>
            <a:lvl5pPr lvl="4">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5pPr>
            <a:lvl6pPr lvl="5">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6pPr>
            <a:lvl7pPr lvl="6">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7pPr>
            <a:lvl8pPr lvl="7">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8pPr>
            <a:lvl9pPr lvl="8">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9pPr>
          </a:lstStyle>
          <a:p/>
        </p:txBody>
      </p:sp>
    </p:spTree>
  </p:cSld>
  <p:clrMapOvr>
    <a:masterClrMapping/>
  </p:clrMapOvr>
  <p:extLst>
    <p:ext uri="{DCECCB84-F9BA-43D5-87BE-67443E8EF086}">
      <p15:sldGuideLst>
        <p15:guide id="1" orient="horz" pos="468">
          <p15:clr>
            <a:srgbClr val="E46962"/>
          </p15:clr>
        </p15:guide>
        <p15:guide id="2" orient="horz" pos="3081">
          <p15:clr>
            <a:srgbClr val="E46962"/>
          </p15:clr>
        </p15:guide>
        <p15:guide id="3" pos="454">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1.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1pPr>
            <a:lvl2pPr indent="0" lvl="1"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2pPr>
            <a:lvl3pPr indent="0" lvl="2"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3pPr>
            <a:lvl4pPr indent="0" lvl="3"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4pPr>
            <a:lvl5pPr indent="0" lvl="4"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5pPr>
            <a:lvl6pPr indent="0" lvl="5"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6pPr>
            <a:lvl7pPr indent="0" lvl="6"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7pPr>
            <a:lvl8pPr indent="0" lvl="7"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8pPr>
            <a:lvl9pPr indent="0" lvl="8"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9pPr>
          </a:lstStyle>
          <a:p>
            <a:pPr indent="0" lvl="0" marL="0" rtl="0" algn="r">
              <a:spcBef>
                <a:spcPts val="0"/>
              </a:spcBef>
              <a:spcAft>
                <a:spcPts val="0"/>
              </a:spcAft>
              <a:buNone/>
            </a:pPr>
            <a:fld id="{00000000-1234-1234-1234-123412341234}" type="slidenum">
              <a:rPr lang="en"/>
              <a:t>‹#›</a:t>
            </a:fld>
            <a:endParaRPr/>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Space Grotesk"/>
              <a:buChar char="●"/>
              <a:defRPr sz="1800">
                <a:solidFill>
                  <a:schemeClr val="dk1"/>
                </a:solidFill>
                <a:latin typeface="Space Grotesk"/>
                <a:ea typeface="Space Grotesk"/>
                <a:cs typeface="Space Grotesk"/>
                <a:sym typeface="Space Grotesk"/>
              </a:defRPr>
            </a:lvl1pPr>
            <a:lvl2pPr indent="-317500" lvl="1" marL="9144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2pPr>
            <a:lvl3pPr indent="-317500" lvl="2" marL="13716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3pPr>
            <a:lvl4pPr indent="-317500" lvl="3" marL="18288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4pPr>
            <a:lvl5pPr indent="-317500" lvl="4" marL="22860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5pPr>
            <a:lvl6pPr indent="-317500" lvl="5" marL="27432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6pPr>
            <a:lvl7pPr indent="-317500" lvl="6" marL="32004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7pPr>
            <a:lvl8pPr indent="-317500" lvl="7" marL="36576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8pPr>
            <a:lvl9pPr indent="-317500" lvl="8" marL="41148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9pPr>
          </a:lstStyle>
          <a:p/>
        </p:txBody>
      </p:sp>
      <p:sp>
        <p:nvSpPr>
          <p:cNvPr id="8" name="Google Shape;8;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1pPr>
            <a:lvl2pPr lvl="1">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2pPr>
            <a:lvl3pPr lvl="2">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3pPr>
            <a:lvl4pPr lvl="3">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4pPr>
            <a:lvl5pPr lvl="4">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5pPr>
            <a:lvl6pPr lvl="5">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6pPr>
            <a:lvl7pPr lvl="6">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7pPr>
            <a:lvl8pPr lvl="7">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8pPr>
            <a:lvl9pPr lvl="8">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59">
          <p15:clr>
            <a:srgbClr val="E46962"/>
          </p15:clr>
        </p15:guide>
        <p15:guide id="2" orient="horz" pos="17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1.png"/><Relationship Id="rId9" Type="http://schemas.openxmlformats.org/officeDocument/2006/relationships/image" Target="../media/image29.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0.png"/><Relationship Id="rId8"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 Id="rId3" Type="http://schemas.openxmlformats.org/officeDocument/2006/relationships/image" Target="../media/image28.png"/><Relationship Id="rId4" Type="http://schemas.openxmlformats.org/officeDocument/2006/relationships/image" Target="../media/image31.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2.xml"/><Relationship Id="rId3" Type="http://schemas.openxmlformats.org/officeDocument/2006/relationships/image" Target="../media/image3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hyperlink" Target="https://arxiv.org/abs/2005.11401" TargetMode="External"/><Relationship Id="rId4" Type="http://schemas.openxmlformats.org/officeDocument/2006/relationships/hyperlink" Target="https://platform.openai.com/docs/guides/embeddings" TargetMode="External"/><Relationship Id="rId5" Type="http://schemas.openxmlformats.org/officeDocument/2006/relationships/hyperlink" Target="https://docs.spring.io/spring-boot/docs/current/reference/html/" TargetMode="External"/><Relationship Id="rId6" Type="http://schemas.openxmlformats.org/officeDocument/2006/relationships/image" Target="../media/image20.png"/><Relationship Id="rId7"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5"/>
          <p:cNvSpPr txBox="1"/>
          <p:nvPr>
            <p:ph idx="4" type="title"/>
          </p:nvPr>
        </p:nvSpPr>
        <p:spPr>
          <a:xfrm>
            <a:off x="699974" y="734275"/>
            <a:ext cx="5479500" cy="18369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a:t>OMNI</a:t>
            </a:r>
            <a:r>
              <a:rPr lang="en"/>
              <a:t>_</a:t>
            </a:r>
            <a:r>
              <a:rPr lang="en"/>
              <a:t>RAG</a:t>
            </a:r>
            <a:endParaRPr/>
          </a:p>
        </p:txBody>
      </p:sp>
      <p:sp>
        <p:nvSpPr>
          <p:cNvPr id="492" name="Google Shape;492;p45"/>
          <p:cNvSpPr txBox="1"/>
          <p:nvPr>
            <p:ph type="title"/>
          </p:nvPr>
        </p:nvSpPr>
        <p:spPr>
          <a:xfrm>
            <a:off x="716836" y="1848221"/>
            <a:ext cx="7775700" cy="865200"/>
          </a:xfrm>
          <a:prstGeom prst="rect">
            <a:avLst/>
          </a:prstGeom>
        </p:spPr>
        <p:txBody>
          <a:bodyPr anchorCtr="0" anchor="ctr" bIns="0" lIns="0" spcFirstLastPara="1" rIns="0" wrap="square" tIns="0">
            <a:noAutofit/>
          </a:bodyPr>
          <a:lstStyle/>
          <a:p>
            <a:pPr indent="0" lvl="0" marL="0" rtl="0" algn="l">
              <a:lnSpc>
                <a:spcPct val="80000"/>
              </a:lnSpc>
              <a:spcBef>
                <a:spcPts val="0"/>
              </a:spcBef>
              <a:spcAft>
                <a:spcPts val="0"/>
              </a:spcAft>
              <a:buSzPts val="3500"/>
              <a:buNone/>
            </a:pPr>
            <a:r>
              <a:rPr lang="en"/>
              <a:t>CS5004 </a:t>
            </a:r>
            <a:endParaRPr/>
          </a:p>
          <a:p>
            <a:pPr indent="0" lvl="0" marL="0" rtl="0" algn="l">
              <a:lnSpc>
                <a:spcPct val="80000"/>
              </a:lnSpc>
              <a:spcBef>
                <a:spcPts val="0"/>
              </a:spcBef>
              <a:spcAft>
                <a:spcPts val="0"/>
              </a:spcAft>
              <a:buSzPts val="3500"/>
              <a:buNone/>
            </a:pPr>
            <a:r>
              <a:rPr lang="en"/>
              <a:t>FINAL PROJECT</a:t>
            </a:r>
            <a:endParaRPr/>
          </a:p>
        </p:txBody>
      </p:sp>
      <p:sp>
        <p:nvSpPr>
          <p:cNvPr id="493" name="Google Shape;493;p45"/>
          <p:cNvSpPr txBox="1"/>
          <p:nvPr>
            <p:ph idx="3" type="title"/>
          </p:nvPr>
        </p:nvSpPr>
        <p:spPr>
          <a:xfrm>
            <a:off x="716836" y="2703911"/>
            <a:ext cx="7673400" cy="678300"/>
          </a:xfrm>
          <a:prstGeom prst="rect">
            <a:avLst/>
          </a:prstGeom>
        </p:spPr>
        <p:txBody>
          <a:bodyPr anchorCtr="0" anchor="t" bIns="0" lIns="0" spcFirstLastPara="1" rIns="0" wrap="square" tIns="0">
            <a:normAutofit/>
          </a:bodyPr>
          <a:lstStyle/>
          <a:p>
            <a:pPr indent="0" lvl="0" marL="0" rtl="0" algn="l">
              <a:lnSpc>
                <a:spcPct val="80000"/>
              </a:lnSpc>
              <a:spcBef>
                <a:spcPts val="0"/>
              </a:spcBef>
              <a:spcAft>
                <a:spcPts val="0"/>
              </a:spcAft>
              <a:buSzPts val="3500"/>
              <a:buNone/>
            </a:pPr>
            <a:r>
              <a:rPr lang="en"/>
              <a:t>Professor: Dr. Rached Zantout </a:t>
            </a:r>
            <a:endParaRPr/>
          </a:p>
        </p:txBody>
      </p:sp>
      <p:sp>
        <p:nvSpPr>
          <p:cNvPr id="494" name="Google Shape;494;p45"/>
          <p:cNvSpPr txBox="1"/>
          <p:nvPr>
            <p:ph idx="2" type="title"/>
          </p:nvPr>
        </p:nvSpPr>
        <p:spPr>
          <a:xfrm>
            <a:off x="699975" y="3418896"/>
            <a:ext cx="4909500" cy="909900"/>
          </a:xfrm>
          <a:prstGeom prst="rect">
            <a:avLst/>
          </a:prstGeom>
        </p:spPr>
        <p:txBody>
          <a:bodyPr anchorCtr="0" anchor="ctr" bIns="0" lIns="0" spcFirstLastPara="1" rIns="0" wrap="square" tIns="0">
            <a:normAutofit/>
          </a:bodyPr>
          <a:lstStyle/>
          <a:p>
            <a:pPr indent="0" lvl="0" marL="0" rtl="0" algn="l">
              <a:lnSpc>
                <a:spcPct val="100000"/>
              </a:lnSpc>
              <a:spcBef>
                <a:spcPts val="0"/>
              </a:spcBef>
              <a:spcAft>
                <a:spcPts val="0"/>
              </a:spcAft>
              <a:buSzPts val="1500"/>
              <a:buNone/>
            </a:pPr>
            <a:r>
              <a:rPr lang="en"/>
              <a:t>Nguyen "John" Ha</a:t>
            </a:r>
            <a:endParaRPr/>
          </a:p>
          <a:p>
            <a:pPr indent="0" lvl="0" marL="0" rtl="0" algn="l">
              <a:lnSpc>
                <a:spcPct val="100000"/>
              </a:lnSpc>
              <a:spcBef>
                <a:spcPts val="0"/>
              </a:spcBef>
              <a:spcAft>
                <a:spcPts val="0"/>
              </a:spcAft>
              <a:buSzPts val="1500"/>
              <a:buNone/>
            </a:pPr>
            <a:r>
              <a:rPr lang="en"/>
              <a:t>Rui "Snow" Song</a:t>
            </a:r>
            <a:endParaRPr/>
          </a:p>
          <a:p>
            <a:pPr indent="0" lvl="0" marL="0" rtl="0" algn="l">
              <a:lnSpc>
                <a:spcPct val="100000"/>
              </a:lnSpc>
              <a:spcBef>
                <a:spcPts val="0"/>
              </a:spcBef>
              <a:spcAft>
                <a:spcPts val="0"/>
              </a:spcAft>
              <a:buSzPts val="1500"/>
              <a:buNone/>
            </a:pPr>
            <a:r>
              <a:rPr lang="en"/>
              <a:t>Siyuan "Ash" Liang</a:t>
            </a:r>
            <a:endParaRPr/>
          </a:p>
        </p:txBody>
      </p:sp>
      <p:pic>
        <p:nvPicPr>
          <p:cNvPr id="495" name="Google Shape;495;p45"/>
          <p:cNvPicPr preferRelativeResize="0"/>
          <p:nvPr/>
        </p:nvPicPr>
        <p:blipFill>
          <a:blip r:embed="rId3">
            <a:alphaModFix/>
          </a:blip>
          <a:stretch>
            <a:fillRect/>
          </a:stretch>
        </p:blipFill>
        <p:spPr>
          <a:xfrm>
            <a:off x="5870455" y="3284350"/>
            <a:ext cx="2314849" cy="1302100"/>
          </a:xfrm>
          <a:prstGeom prst="rect">
            <a:avLst/>
          </a:prstGeom>
          <a:noFill/>
          <a:ln>
            <a:noFill/>
          </a:ln>
        </p:spPr>
      </p:pic>
      <p:sp>
        <p:nvSpPr>
          <p:cNvPr id="496" name="Google Shape;496;p45"/>
          <p:cNvSpPr txBox="1"/>
          <p:nvPr>
            <p:ph idx="3" type="title"/>
          </p:nvPr>
        </p:nvSpPr>
        <p:spPr>
          <a:xfrm>
            <a:off x="699975" y="4365500"/>
            <a:ext cx="4629600" cy="525600"/>
          </a:xfrm>
          <a:prstGeom prst="rect">
            <a:avLst/>
          </a:prstGeom>
        </p:spPr>
        <p:txBody>
          <a:bodyPr anchorCtr="0" anchor="ctr" bIns="0" lIns="0" spcFirstLastPara="1" rIns="0" wrap="square" tIns="0">
            <a:normAutofit/>
          </a:bodyPr>
          <a:lstStyle/>
          <a:p>
            <a:pPr indent="0" lvl="0" marL="0" rtl="0" algn="l">
              <a:lnSpc>
                <a:spcPct val="80000"/>
              </a:lnSpc>
              <a:spcBef>
                <a:spcPts val="0"/>
              </a:spcBef>
              <a:spcAft>
                <a:spcPts val="0"/>
              </a:spcAft>
              <a:buSzPts val="3500"/>
              <a:buNone/>
            </a:pPr>
            <a:r>
              <a:rPr lang="en" sz="1500">
                <a:highlight>
                  <a:schemeClr val="accent6"/>
                </a:highlight>
              </a:rPr>
              <a:t>https://github.com/johnha912/rag-core-engine</a:t>
            </a:r>
            <a:endParaRPr sz="1500">
              <a:highlight>
                <a:schemeClr val="accent6"/>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grpSp>
        <p:nvGrpSpPr>
          <p:cNvPr id="501" name="Google Shape;501;p46"/>
          <p:cNvGrpSpPr/>
          <p:nvPr/>
        </p:nvGrpSpPr>
        <p:grpSpPr>
          <a:xfrm>
            <a:off x="381000" y="285750"/>
            <a:ext cx="8382000" cy="847725"/>
            <a:chOff x="381000" y="285750"/>
            <a:chExt cx="8382000" cy="847725"/>
          </a:xfrm>
        </p:grpSpPr>
        <p:sp>
          <p:nvSpPr>
            <p:cNvPr id="502" name="Google Shape;502;p46"/>
            <p:cNvSpPr txBox="1"/>
            <p:nvPr/>
          </p:nvSpPr>
          <p:spPr>
            <a:xfrm>
              <a:off x="381000" y="28575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4800">
                  <a:solidFill>
                    <a:srgbClr val="FFF269"/>
                  </a:solidFill>
                  <a:latin typeface="Space Grotesk"/>
                  <a:ea typeface="Space Grotesk"/>
                  <a:cs typeface="Space Grotesk"/>
                  <a:sym typeface="Space Grotesk"/>
                </a:rPr>
                <a:t>INTRODUCTION</a:t>
              </a:r>
              <a:endParaRPr sz="4800">
                <a:solidFill>
                  <a:srgbClr val="FFF269"/>
                </a:solidFill>
                <a:latin typeface="Space Grotesk"/>
                <a:ea typeface="Space Grotesk"/>
                <a:cs typeface="Space Grotesk"/>
                <a:sym typeface="Space Grotesk"/>
              </a:endParaRPr>
            </a:p>
          </p:txBody>
        </p:sp>
        <p:sp>
          <p:nvSpPr>
            <p:cNvPr id="503" name="Google Shape;503;p46"/>
            <p:cNvSpPr/>
            <p:nvPr/>
          </p:nvSpPr>
          <p:spPr>
            <a:xfrm>
              <a:off x="381000" y="1095375"/>
              <a:ext cx="1143000" cy="38100"/>
            </a:xfrm>
            <a:prstGeom prst="rect">
              <a:avLst/>
            </a:prstGeom>
            <a:solidFill>
              <a:srgbClr val="FFF2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04" name="Google Shape;504;p46"/>
          <p:cNvGrpSpPr/>
          <p:nvPr/>
        </p:nvGrpSpPr>
        <p:grpSpPr>
          <a:xfrm>
            <a:off x="381000" y="1333500"/>
            <a:ext cx="8382000" cy="1047900"/>
            <a:chOff x="381000" y="1333500"/>
            <a:chExt cx="8382000" cy="1047900"/>
          </a:xfrm>
        </p:grpSpPr>
        <p:sp>
          <p:nvSpPr>
            <p:cNvPr id="505" name="Google Shape;505;p46"/>
            <p:cNvSpPr/>
            <p:nvPr/>
          </p:nvSpPr>
          <p:spPr>
            <a:xfrm>
              <a:off x="381000" y="1333500"/>
              <a:ext cx="8382000" cy="1047900"/>
            </a:xfrm>
            <a:prstGeom prst="roundRect">
              <a:avLst>
                <a:gd fmla="val 7272"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6" name="Google Shape;506;p46"/>
            <p:cNvSpPr txBox="1"/>
            <p:nvPr/>
          </p:nvSpPr>
          <p:spPr>
            <a:xfrm>
              <a:off x="571500" y="1333500"/>
              <a:ext cx="80010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600">
                  <a:solidFill>
                    <a:srgbClr val="E7E7E7"/>
                  </a:solidFill>
                  <a:latin typeface="Space Grotesk"/>
                  <a:ea typeface="Space Grotesk"/>
                  <a:cs typeface="Space Grotesk"/>
                  <a:sym typeface="Space Grotesk"/>
                </a:rPr>
                <a:t>The </a:t>
              </a:r>
              <a:r>
                <a:rPr b="1" lang="en" sz="1600">
                  <a:solidFill>
                    <a:srgbClr val="FFF269"/>
                  </a:solidFill>
                  <a:latin typeface="Space Grotesk"/>
                  <a:ea typeface="Space Grotesk"/>
                  <a:cs typeface="Space Grotesk"/>
                  <a:sym typeface="Space Grotesk"/>
                </a:rPr>
                <a:t>Omni RAG Core Engine</a:t>
              </a:r>
              <a:r>
                <a:rPr lang="en" sz="1600">
                  <a:solidFill>
                    <a:srgbClr val="E7E7E7"/>
                  </a:solidFill>
                  <a:latin typeface="Space Grotesk"/>
                  <a:ea typeface="Space Grotesk"/>
                  <a:cs typeface="Space Grotesk"/>
                  <a:sym typeface="Space Grotesk"/>
                </a:rPr>
                <a:t> is a Java 21 and Spring Boot-based system that transforms diverse documents into a searchable knowledge base, providing hallucination-free AI answers with precise citations.</a:t>
              </a:r>
              <a:endParaRPr sz="1600">
                <a:solidFill>
                  <a:srgbClr val="E7E7E7"/>
                </a:solidFill>
                <a:latin typeface="Space Grotesk"/>
                <a:ea typeface="Space Grotesk"/>
                <a:cs typeface="Space Grotesk"/>
                <a:sym typeface="Space Grotesk"/>
              </a:endParaRPr>
            </a:p>
          </p:txBody>
        </p:sp>
      </p:grpSp>
      <p:grpSp>
        <p:nvGrpSpPr>
          <p:cNvPr id="507" name="Google Shape;507;p46"/>
          <p:cNvGrpSpPr/>
          <p:nvPr/>
        </p:nvGrpSpPr>
        <p:grpSpPr>
          <a:xfrm>
            <a:off x="381000" y="2571750"/>
            <a:ext cx="2600400" cy="2190900"/>
            <a:chOff x="381000" y="2571750"/>
            <a:chExt cx="2600400" cy="2190900"/>
          </a:xfrm>
        </p:grpSpPr>
        <p:sp>
          <p:nvSpPr>
            <p:cNvPr id="508" name="Google Shape;508;p46"/>
            <p:cNvSpPr/>
            <p:nvPr/>
          </p:nvSpPr>
          <p:spPr>
            <a:xfrm>
              <a:off x="381000" y="2571750"/>
              <a:ext cx="2600400" cy="2190900"/>
            </a:xfrm>
            <a:prstGeom prst="roundRect">
              <a:avLst>
                <a:gd fmla="val 3478" name="adj"/>
              </a:avLst>
            </a:prstGeom>
            <a:solidFill>
              <a:srgbClr val="FFF2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9" name="Google Shape;509;p46"/>
            <p:cNvSpPr txBox="1"/>
            <p:nvPr/>
          </p:nvSpPr>
          <p:spPr>
            <a:xfrm>
              <a:off x="523875" y="2667000"/>
              <a:ext cx="2314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000000"/>
                  </a:solidFill>
                  <a:latin typeface="Space Grotesk"/>
                  <a:ea typeface="Space Grotesk"/>
                  <a:cs typeface="Space Grotesk"/>
                  <a:sym typeface="Space Grotesk"/>
                </a:rPr>
                <a:t>OBJECTIVES</a:t>
              </a:r>
              <a:endParaRPr b="1" sz="1300">
                <a:solidFill>
                  <a:srgbClr val="000000"/>
                </a:solidFill>
                <a:latin typeface="Space Grotesk"/>
                <a:ea typeface="Space Grotesk"/>
                <a:cs typeface="Space Grotesk"/>
                <a:sym typeface="Space Grotesk"/>
              </a:endParaRPr>
            </a:p>
          </p:txBody>
        </p:sp>
        <p:sp>
          <p:nvSpPr>
            <p:cNvPr id="510" name="Google Shape;510;p46"/>
            <p:cNvSpPr txBox="1"/>
            <p:nvPr/>
          </p:nvSpPr>
          <p:spPr>
            <a:xfrm>
              <a:off x="523875" y="3095625"/>
              <a:ext cx="23145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50">
                  <a:solidFill>
                    <a:srgbClr val="000000"/>
                  </a:solidFill>
                  <a:latin typeface="Space Grotesk"/>
                  <a:ea typeface="Space Grotesk"/>
                  <a:cs typeface="Space Grotesk"/>
                  <a:sym typeface="Space Grotesk"/>
                </a:rPr>
                <a:t>Build a robust RAG engine using modern Java 21 &amp; Spring Boot. Enable seamless document uploads and natural language querying with verifiable source citations.</a:t>
              </a:r>
              <a:endParaRPr sz="1050">
                <a:solidFill>
                  <a:srgbClr val="000000"/>
                </a:solidFill>
                <a:latin typeface="Space Grotesk"/>
                <a:ea typeface="Space Grotesk"/>
                <a:cs typeface="Space Grotesk"/>
                <a:sym typeface="Space Grotesk"/>
              </a:endParaRPr>
            </a:p>
          </p:txBody>
        </p:sp>
      </p:grpSp>
      <p:grpSp>
        <p:nvGrpSpPr>
          <p:cNvPr id="511" name="Google Shape;511;p46"/>
          <p:cNvGrpSpPr/>
          <p:nvPr/>
        </p:nvGrpSpPr>
        <p:grpSpPr>
          <a:xfrm>
            <a:off x="3267075" y="2571750"/>
            <a:ext cx="2610000" cy="2190900"/>
            <a:chOff x="3267075" y="2571750"/>
            <a:chExt cx="2610000" cy="2190900"/>
          </a:xfrm>
        </p:grpSpPr>
        <p:sp>
          <p:nvSpPr>
            <p:cNvPr id="512" name="Google Shape;512;p46"/>
            <p:cNvSpPr/>
            <p:nvPr/>
          </p:nvSpPr>
          <p:spPr>
            <a:xfrm>
              <a:off x="3267075" y="2571750"/>
              <a:ext cx="2610000" cy="2190900"/>
            </a:xfrm>
            <a:prstGeom prst="roundRect">
              <a:avLst>
                <a:gd fmla="val 3478" name="adj"/>
              </a:avLst>
            </a:prstGeom>
            <a:solidFill>
              <a:srgbClr val="00E58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3" name="Google Shape;513;p46"/>
            <p:cNvSpPr txBox="1"/>
            <p:nvPr/>
          </p:nvSpPr>
          <p:spPr>
            <a:xfrm>
              <a:off x="3409950" y="2667000"/>
              <a:ext cx="2324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000000"/>
                  </a:solidFill>
                  <a:latin typeface="Space Grotesk"/>
                  <a:ea typeface="Space Grotesk"/>
                  <a:cs typeface="Space Grotesk"/>
                  <a:sym typeface="Space Grotesk"/>
                </a:rPr>
                <a:t>DESIGN GOAL</a:t>
              </a:r>
              <a:endParaRPr b="1" sz="1300">
                <a:solidFill>
                  <a:srgbClr val="000000"/>
                </a:solidFill>
                <a:latin typeface="Space Grotesk"/>
                <a:ea typeface="Space Grotesk"/>
                <a:cs typeface="Space Grotesk"/>
                <a:sym typeface="Space Grotesk"/>
              </a:endParaRPr>
            </a:p>
          </p:txBody>
        </p:sp>
        <p:sp>
          <p:nvSpPr>
            <p:cNvPr id="514" name="Google Shape;514;p46"/>
            <p:cNvSpPr txBox="1"/>
            <p:nvPr/>
          </p:nvSpPr>
          <p:spPr>
            <a:xfrm>
              <a:off x="3409950" y="3095625"/>
              <a:ext cx="23241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50">
                  <a:solidFill>
                    <a:srgbClr val="000000"/>
                  </a:solidFill>
                  <a:latin typeface="Space Grotesk"/>
                  <a:ea typeface="Space Grotesk"/>
                  <a:cs typeface="Space Grotesk"/>
                  <a:sym typeface="Space Grotesk"/>
                </a:rPr>
                <a:t>Deliver hallucination-free "open-book" answers. Utilize domain-aware chunking (scripts by scenes, legal by clauses) combined with semantic vector search.</a:t>
              </a:r>
              <a:endParaRPr sz="1050">
                <a:solidFill>
                  <a:srgbClr val="000000"/>
                </a:solidFill>
                <a:latin typeface="Space Grotesk"/>
                <a:ea typeface="Space Grotesk"/>
                <a:cs typeface="Space Grotesk"/>
                <a:sym typeface="Space Grotesk"/>
              </a:endParaRPr>
            </a:p>
          </p:txBody>
        </p:sp>
      </p:grpSp>
      <p:grpSp>
        <p:nvGrpSpPr>
          <p:cNvPr id="515" name="Google Shape;515;p46"/>
          <p:cNvGrpSpPr/>
          <p:nvPr/>
        </p:nvGrpSpPr>
        <p:grpSpPr>
          <a:xfrm>
            <a:off x="6162675" y="2571750"/>
            <a:ext cx="2600400" cy="2190900"/>
            <a:chOff x="6162675" y="2571750"/>
            <a:chExt cx="2600400" cy="2190900"/>
          </a:xfrm>
        </p:grpSpPr>
        <p:sp>
          <p:nvSpPr>
            <p:cNvPr id="516" name="Google Shape;516;p46"/>
            <p:cNvSpPr/>
            <p:nvPr/>
          </p:nvSpPr>
          <p:spPr>
            <a:xfrm>
              <a:off x="6162675" y="2571750"/>
              <a:ext cx="2600400" cy="2190900"/>
            </a:xfrm>
            <a:prstGeom prst="roundRect">
              <a:avLst>
                <a:gd fmla="val 3478" name="adj"/>
              </a:avLst>
            </a:prstGeom>
            <a:solidFill>
              <a:srgbClr val="F6B5D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7" name="Google Shape;517;p46"/>
            <p:cNvSpPr txBox="1"/>
            <p:nvPr/>
          </p:nvSpPr>
          <p:spPr>
            <a:xfrm>
              <a:off x="6305550" y="2667000"/>
              <a:ext cx="2314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000000"/>
                  </a:solidFill>
                  <a:latin typeface="Space Grotesk"/>
                  <a:ea typeface="Space Grotesk"/>
                  <a:cs typeface="Space Grotesk"/>
                  <a:sym typeface="Space Grotesk"/>
                </a:rPr>
                <a:t>APPLICATION</a:t>
              </a:r>
              <a:endParaRPr b="1" sz="1300">
                <a:solidFill>
                  <a:srgbClr val="000000"/>
                </a:solidFill>
                <a:latin typeface="Space Grotesk"/>
                <a:ea typeface="Space Grotesk"/>
                <a:cs typeface="Space Grotesk"/>
                <a:sym typeface="Space Grotesk"/>
              </a:endParaRPr>
            </a:p>
          </p:txBody>
        </p:sp>
        <p:sp>
          <p:nvSpPr>
            <p:cNvPr id="518" name="Google Shape;518;p46"/>
            <p:cNvSpPr txBox="1"/>
            <p:nvPr/>
          </p:nvSpPr>
          <p:spPr>
            <a:xfrm>
              <a:off x="6305550" y="3095625"/>
              <a:ext cx="23145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50">
                  <a:latin typeface="Space Grotesk"/>
                  <a:ea typeface="Space Grotesk"/>
                  <a:cs typeface="Space Grotesk"/>
                  <a:sym typeface="Space Grotesk"/>
                </a:rPr>
                <a:t>Functions as an accurate knowledge base for specialized fields: film production documents, legal texts, and structured technical documentation.</a:t>
              </a:r>
              <a:endParaRPr sz="1050">
                <a:solidFill>
                  <a:srgbClr val="000000"/>
                </a:solidFill>
                <a:latin typeface="Space Grotesk"/>
                <a:ea typeface="Space Grotesk"/>
                <a:cs typeface="Space Grotesk"/>
                <a:sym typeface="Space Grotesk"/>
              </a:endParaRPr>
            </a:p>
          </p:txBody>
        </p:sp>
      </p:grpSp>
      <p:pic>
        <p:nvPicPr>
          <p:cNvPr id="519" name="Google Shape;519;p46"/>
          <p:cNvPicPr preferRelativeResize="0"/>
          <p:nvPr/>
        </p:nvPicPr>
        <p:blipFill rotWithShape="1">
          <a:blip r:embed="rId3">
            <a:alphaModFix/>
          </a:blip>
          <a:srcRect b="0" l="0" r="0" t="0"/>
          <a:stretch/>
        </p:blipFill>
        <p:spPr>
          <a:xfrm>
            <a:off x="8382000" y="285750"/>
            <a:ext cx="381000" cy="381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22" name="Shape 522"/>
        <p:cNvGrpSpPr/>
        <p:nvPr/>
      </p:nvGrpSpPr>
      <p:grpSpPr>
        <a:xfrm>
          <a:off x="0" y="0"/>
          <a:ext cx="0" cy="0"/>
          <a:chOff x="0" y="0"/>
          <a:chExt cx="0" cy="0"/>
        </a:xfrm>
      </p:grpSpPr>
      <p:sp>
        <p:nvSpPr>
          <p:cNvPr id="523" name="Google Shape;523;p47"/>
          <p:cNvSpPr/>
          <p:nvPr/>
        </p:nvSpPr>
        <p:spPr>
          <a:xfrm>
            <a:off x="6286500" y="0"/>
            <a:ext cx="2857500" cy="2857500"/>
          </a:xfrm>
          <a:prstGeom prst="rect">
            <a:avLst/>
          </a:prstGeom>
          <a:solidFill>
            <a:srgbClr val="00E58E">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4" name="Google Shape;524;p47"/>
          <p:cNvSpPr/>
          <p:nvPr/>
        </p:nvSpPr>
        <p:spPr>
          <a:xfrm>
            <a:off x="0" y="3238500"/>
            <a:ext cx="1905000" cy="1905000"/>
          </a:xfrm>
          <a:prstGeom prst="rect">
            <a:avLst/>
          </a:prstGeom>
          <a:solidFill>
            <a:srgbClr val="FFF269">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25" name="Google Shape;525;p47"/>
          <p:cNvGrpSpPr/>
          <p:nvPr/>
        </p:nvGrpSpPr>
        <p:grpSpPr>
          <a:xfrm>
            <a:off x="381000" y="1333500"/>
            <a:ext cx="4095900" cy="1666800"/>
            <a:chOff x="0" y="0"/>
            <a:chExt cx="4095900" cy="1666800"/>
          </a:xfrm>
        </p:grpSpPr>
        <p:pic>
          <p:nvPicPr>
            <p:cNvPr id="526" name="Google Shape;526;p47"/>
            <p:cNvPicPr preferRelativeResize="0"/>
            <p:nvPr/>
          </p:nvPicPr>
          <p:blipFill rotWithShape="1">
            <a:blip r:embed="rId3">
              <a:alphaModFix/>
            </a:blip>
            <a:srcRect b="0" l="0" r="0" t="0"/>
            <a:stretch/>
          </p:blipFill>
          <p:spPr>
            <a:xfrm>
              <a:off x="0" y="0"/>
              <a:ext cx="4095900" cy="1666800"/>
            </a:xfrm>
            <a:prstGeom prst="rect">
              <a:avLst/>
            </a:prstGeom>
            <a:noFill/>
            <a:ln>
              <a:noFill/>
            </a:ln>
          </p:spPr>
        </p:pic>
        <p:sp>
          <p:nvSpPr>
            <p:cNvPr id="527" name="Google Shape;527;p47"/>
            <p:cNvSpPr txBox="1"/>
            <p:nvPr/>
          </p:nvSpPr>
          <p:spPr>
            <a:xfrm>
              <a:off x="0" y="0"/>
              <a:ext cx="4095900" cy="16668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n" sz="1400">
                  <a:solidFill>
                    <a:srgbClr val="FFF269"/>
                  </a:solidFill>
                  <a:latin typeface="Space Grotesk"/>
                  <a:ea typeface="Space Grotesk"/>
                  <a:cs typeface="Space Grotesk"/>
                  <a:sym typeface="Space Grotesk"/>
                </a:rPr>
                <a:t>CORE FRAMEWORK</a:t>
              </a:r>
              <a:endParaRPr b="1" sz="1400">
                <a:solidFill>
                  <a:srgbClr val="FFF269"/>
                </a:solidFill>
                <a:latin typeface="Space Grotesk"/>
                <a:ea typeface="Space Grotesk"/>
                <a:cs typeface="Space Grotesk"/>
                <a:sym typeface="Space Grotesk"/>
              </a:endParaRPr>
            </a:p>
            <a:p>
              <a:pPr indent="0" lvl="0" marL="0" rtl="0" algn="l">
                <a:spcBef>
                  <a:spcPts val="600"/>
                </a:spcBef>
                <a:spcAft>
                  <a:spcPts val="0"/>
                </a:spcAft>
                <a:buNone/>
              </a:pPr>
              <a:r>
                <a:rPr lang="en" sz="1050">
                  <a:solidFill>
                    <a:srgbClr val="E7E7E7"/>
                  </a:solidFill>
                  <a:latin typeface="Space Grotesk"/>
                  <a:ea typeface="Space Grotesk"/>
                  <a:cs typeface="Space Grotesk"/>
                  <a:sym typeface="Space Grotesk"/>
                </a:rPr>
                <a:t>Java 21 | Spring Boot 3.2.5 (Web + Actuator)</a:t>
              </a:r>
              <a:endParaRPr sz="1050">
                <a:solidFill>
                  <a:srgbClr val="E7E7E7"/>
                </a:solidFill>
                <a:latin typeface="Space Grotesk"/>
                <a:ea typeface="Space Grotesk"/>
                <a:cs typeface="Space Grotesk"/>
                <a:sym typeface="Space Grotesk"/>
              </a:endParaRPr>
            </a:p>
            <a:p>
              <a:pPr indent="0" lvl="0" marL="0" rtl="0" algn="l">
                <a:spcBef>
                  <a:spcPts val="225"/>
                </a:spcBef>
                <a:spcAft>
                  <a:spcPts val="0"/>
                </a:spcAft>
                <a:buNone/>
              </a:pPr>
              <a:r>
                <a:rPr lang="en" sz="1050">
                  <a:solidFill>
                    <a:srgbClr val="E7E7E7"/>
                  </a:solidFill>
                  <a:latin typeface="Space Grotesk"/>
                  <a:ea typeface="Space Grotesk"/>
                  <a:cs typeface="Space Grotesk"/>
                  <a:sym typeface="Space Grotesk"/>
                </a:rPr>
                <a:t>Maven 3.9+ (Build)</a:t>
              </a:r>
              <a:endParaRPr sz="1050">
                <a:solidFill>
                  <a:srgbClr val="E7E7E7"/>
                </a:solidFill>
                <a:latin typeface="Space Grotesk"/>
                <a:ea typeface="Space Grotesk"/>
                <a:cs typeface="Space Grotesk"/>
                <a:sym typeface="Space Grotesk"/>
              </a:endParaRPr>
            </a:p>
            <a:p>
              <a:pPr indent="0" lvl="0" marL="0" rtl="0" algn="l">
                <a:spcBef>
                  <a:spcPts val="225"/>
                </a:spcBef>
                <a:spcAft>
                  <a:spcPts val="0"/>
                </a:spcAft>
                <a:buNone/>
              </a:pPr>
              <a:r>
                <a:rPr lang="en" sz="1050">
                  <a:solidFill>
                    <a:srgbClr val="E7E7E7"/>
                  </a:solidFill>
                  <a:latin typeface="Space Grotesk"/>
                  <a:ea typeface="Space Grotesk"/>
                  <a:cs typeface="Space Grotesk"/>
                  <a:sym typeface="Space Grotesk"/>
                </a:rPr>
                <a:t>OkHttp 4.12.0 </a:t>
              </a:r>
              <a:r>
                <a:rPr lang="en" sz="900">
                  <a:solidFill>
                    <a:srgbClr val="A0A0A0"/>
                  </a:solidFill>
                  <a:latin typeface="Space Grotesk"/>
                  <a:ea typeface="Space Grotesk"/>
                  <a:cs typeface="Space Grotesk"/>
                  <a:sym typeface="Space Grotesk"/>
                </a:rPr>
                <a:t>(30s/120s timeouts)</a:t>
              </a:r>
              <a:endParaRPr sz="1050">
                <a:solidFill>
                  <a:srgbClr val="E7E7E7"/>
                </a:solidFill>
                <a:latin typeface="Space Grotesk"/>
                <a:ea typeface="Space Grotesk"/>
                <a:cs typeface="Space Grotesk"/>
                <a:sym typeface="Space Grotesk"/>
              </a:endParaRPr>
            </a:p>
            <a:p>
              <a:pPr indent="0" lvl="0" marL="0" rtl="0" algn="l">
                <a:spcBef>
                  <a:spcPts val="225"/>
                </a:spcBef>
                <a:spcAft>
                  <a:spcPts val="225"/>
                </a:spcAft>
                <a:buNone/>
              </a:pPr>
              <a:r>
                <a:rPr lang="en" sz="1050">
                  <a:solidFill>
                    <a:srgbClr val="E7E7E7"/>
                  </a:solidFill>
                  <a:latin typeface="Space Grotesk"/>
                  <a:ea typeface="Space Grotesk"/>
                  <a:cs typeface="Space Grotesk"/>
                  <a:sym typeface="Space Grotesk"/>
                </a:rPr>
                <a:t>Gson 2.10.1 </a:t>
              </a:r>
              <a:r>
                <a:rPr lang="en" sz="900">
                  <a:solidFill>
                    <a:srgbClr val="A0A0A0"/>
                  </a:solidFill>
                  <a:latin typeface="Space Grotesk"/>
                  <a:ea typeface="Space Grotesk"/>
                  <a:cs typeface="Space Grotesk"/>
                  <a:sym typeface="Space Grotesk"/>
                </a:rPr>
                <a:t>(JSON + SSE encoding)</a:t>
              </a:r>
              <a:endParaRPr sz="1050">
                <a:solidFill>
                  <a:srgbClr val="E7E7E7"/>
                </a:solidFill>
                <a:latin typeface="Space Grotesk"/>
                <a:ea typeface="Space Grotesk"/>
                <a:cs typeface="Space Grotesk"/>
                <a:sym typeface="Space Grotesk"/>
              </a:endParaRPr>
            </a:p>
          </p:txBody>
        </p:sp>
      </p:grpSp>
      <p:grpSp>
        <p:nvGrpSpPr>
          <p:cNvPr id="528" name="Google Shape;528;p47"/>
          <p:cNvGrpSpPr/>
          <p:nvPr/>
        </p:nvGrpSpPr>
        <p:grpSpPr>
          <a:xfrm>
            <a:off x="4667250" y="1333500"/>
            <a:ext cx="4095900" cy="1666800"/>
            <a:chOff x="0" y="0"/>
            <a:chExt cx="4095900" cy="1666800"/>
          </a:xfrm>
        </p:grpSpPr>
        <p:pic>
          <p:nvPicPr>
            <p:cNvPr id="529" name="Google Shape;529;p47"/>
            <p:cNvPicPr preferRelativeResize="0"/>
            <p:nvPr/>
          </p:nvPicPr>
          <p:blipFill rotWithShape="1">
            <a:blip r:embed="rId3">
              <a:alphaModFix/>
            </a:blip>
            <a:srcRect b="0" l="0" r="0" t="0"/>
            <a:stretch/>
          </p:blipFill>
          <p:spPr>
            <a:xfrm>
              <a:off x="0" y="0"/>
              <a:ext cx="4095900" cy="1666800"/>
            </a:xfrm>
            <a:prstGeom prst="rect">
              <a:avLst/>
            </a:prstGeom>
            <a:noFill/>
            <a:ln>
              <a:noFill/>
            </a:ln>
          </p:spPr>
        </p:pic>
        <p:sp>
          <p:nvSpPr>
            <p:cNvPr id="530" name="Google Shape;530;p47"/>
            <p:cNvSpPr txBox="1"/>
            <p:nvPr/>
          </p:nvSpPr>
          <p:spPr>
            <a:xfrm>
              <a:off x="0" y="0"/>
              <a:ext cx="4095900" cy="16668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n" sz="1400">
                  <a:solidFill>
                    <a:srgbClr val="00E58E"/>
                  </a:solidFill>
                  <a:latin typeface="Space Grotesk"/>
                  <a:ea typeface="Space Grotesk"/>
                  <a:cs typeface="Space Grotesk"/>
                  <a:sym typeface="Space Grotesk"/>
                </a:rPr>
                <a:t>STORAGE</a:t>
              </a:r>
              <a:endParaRPr b="1" sz="1400">
                <a:solidFill>
                  <a:srgbClr val="00E58E"/>
                </a:solidFill>
                <a:latin typeface="Space Grotesk"/>
                <a:ea typeface="Space Grotesk"/>
                <a:cs typeface="Space Grotesk"/>
                <a:sym typeface="Space Grotesk"/>
              </a:endParaRPr>
            </a:p>
            <a:p>
              <a:pPr indent="0" lvl="0" marL="0" rtl="0" algn="l">
                <a:spcBef>
                  <a:spcPts val="600"/>
                </a:spcBef>
                <a:spcAft>
                  <a:spcPts val="0"/>
                </a:spcAft>
                <a:buNone/>
              </a:pPr>
              <a:r>
                <a:rPr lang="en" sz="1050">
                  <a:solidFill>
                    <a:srgbClr val="E7E7E7"/>
                  </a:solidFill>
                  <a:latin typeface="Space Grotesk"/>
                  <a:ea typeface="Space Grotesk"/>
                  <a:cs typeface="Space Grotesk"/>
                  <a:sym typeface="Space Grotesk"/>
                </a:rPr>
                <a:t>SQLite JDBC 3.45.3.0 </a:t>
              </a:r>
              <a:r>
                <a:rPr lang="en" sz="900">
                  <a:solidFill>
                    <a:srgbClr val="A0A0A0"/>
                  </a:solidFill>
                  <a:latin typeface="Space Grotesk"/>
                  <a:ea typeface="Space Grotesk"/>
                  <a:cs typeface="Space Grotesk"/>
                  <a:sym typeface="Space Grotesk"/>
                </a:rPr>
                <a:t>(Vector BLOB Storage)</a:t>
              </a:r>
              <a:endParaRPr sz="1050">
                <a:solidFill>
                  <a:srgbClr val="E7E7E7"/>
                </a:solidFill>
                <a:latin typeface="Space Grotesk"/>
                <a:ea typeface="Space Grotesk"/>
                <a:cs typeface="Space Grotesk"/>
                <a:sym typeface="Space Grotesk"/>
              </a:endParaRPr>
            </a:p>
            <a:p>
              <a:pPr indent="0" lvl="0" marL="0" rtl="0" algn="l">
                <a:spcBef>
                  <a:spcPts val="225"/>
                </a:spcBef>
                <a:spcAft>
                  <a:spcPts val="0"/>
                </a:spcAft>
                <a:buNone/>
              </a:pPr>
              <a:r>
                <a:rPr lang="en" sz="1050">
                  <a:solidFill>
                    <a:srgbClr val="E7E7E7"/>
                  </a:solidFill>
                  <a:latin typeface="Space Grotesk"/>
                  <a:ea typeface="Space Grotesk"/>
                  <a:cs typeface="Space Grotesk"/>
                  <a:sym typeface="Space Grotesk"/>
                </a:rPr>
                <a:t>CopyOnWriteArrayList </a:t>
              </a:r>
              <a:r>
                <a:rPr lang="en" sz="900">
                  <a:solidFill>
                    <a:srgbClr val="A0A0A0"/>
                  </a:solidFill>
                  <a:latin typeface="Space Grotesk"/>
                  <a:ea typeface="Space Grotesk"/>
                  <a:cs typeface="Space Grotesk"/>
                  <a:sym typeface="Space Grotesk"/>
                </a:rPr>
                <a:t>(In-Memory Fallback)</a:t>
              </a:r>
              <a:endParaRPr sz="1050">
                <a:solidFill>
                  <a:srgbClr val="E7E7E7"/>
                </a:solidFill>
                <a:latin typeface="Space Grotesk"/>
                <a:ea typeface="Space Grotesk"/>
                <a:cs typeface="Space Grotesk"/>
                <a:sym typeface="Space Grotesk"/>
              </a:endParaRPr>
            </a:p>
            <a:p>
              <a:pPr indent="0" lvl="0" marL="0" rtl="0" algn="l">
                <a:spcBef>
                  <a:spcPts val="225"/>
                </a:spcBef>
                <a:spcAft>
                  <a:spcPts val="225"/>
                </a:spcAft>
                <a:buNone/>
              </a:pPr>
              <a:r>
                <a:rPr lang="en" sz="1050">
                  <a:solidFill>
                    <a:srgbClr val="E7E7E7"/>
                  </a:solidFill>
                  <a:latin typeface="Space Grotesk"/>
                  <a:ea typeface="Space Grotesk"/>
                  <a:cs typeface="Space Grotesk"/>
                  <a:sym typeface="Space Grotesk"/>
                </a:rPr>
                <a:t>ConcurrentHashMap </a:t>
              </a:r>
              <a:r>
                <a:rPr lang="en" sz="900">
                  <a:solidFill>
                    <a:srgbClr val="A0A0A0"/>
                  </a:solidFill>
                  <a:latin typeface="Space Grotesk"/>
                  <a:ea typeface="Space Grotesk"/>
                  <a:cs typeface="Space Grotesk"/>
                  <a:sym typeface="Space Grotesk"/>
                </a:rPr>
                <a:t>(Embedding Cache)</a:t>
              </a:r>
              <a:endParaRPr sz="1050">
                <a:solidFill>
                  <a:srgbClr val="E7E7E7"/>
                </a:solidFill>
                <a:latin typeface="Space Grotesk"/>
                <a:ea typeface="Space Grotesk"/>
                <a:cs typeface="Space Grotesk"/>
                <a:sym typeface="Space Grotesk"/>
              </a:endParaRPr>
            </a:p>
          </p:txBody>
        </p:sp>
      </p:grpSp>
      <p:grpSp>
        <p:nvGrpSpPr>
          <p:cNvPr id="531" name="Google Shape;531;p47"/>
          <p:cNvGrpSpPr/>
          <p:nvPr/>
        </p:nvGrpSpPr>
        <p:grpSpPr>
          <a:xfrm>
            <a:off x="381000" y="3190875"/>
            <a:ext cx="4095900" cy="1666800"/>
            <a:chOff x="0" y="0"/>
            <a:chExt cx="4095900" cy="1666800"/>
          </a:xfrm>
        </p:grpSpPr>
        <p:pic>
          <p:nvPicPr>
            <p:cNvPr id="532" name="Google Shape;532;p47"/>
            <p:cNvPicPr preferRelativeResize="0"/>
            <p:nvPr/>
          </p:nvPicPr>
          <p:blipFill rotWithShape="1">
            <a:blip r:embed="rId3">
              <a:alphaModFix/>
            </a:blip>
            <a:srcRect b="0" l="0" r="0" t="0"/>
            <a:stretch/>
          </p:blipFill>
          <p:spPr>
            <a:xfrm>
              <a:off x="0" y="0"/>
              <a:ext cx="4095900" cy="1666800"/>
            </a:xfrm>
            <a:prstGeom prst="rect">
              <a:avLst/>
            </a:prstGeom>
            <a:noFill/>
            <a:ln>
              <a:noFill/>
            </a:ln>
          </p:spPr>
        </p:pic>
        <p:sp>
          <p:nvSpPr>
            <p:cNvPr id="533" name="Google Shape;533;p47"/>
            <p:cNvSpPr txBox="1"/>
            <p:nvPr/>
          </p:nvSpPr>
          <p:spPr>
            <a:xfrm>
              <a:off x="0" y="0"/>
              <a:ext cx="4095900" cy="16668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n" sz="1400">
                  <a:solidFill>
                    <a:srgbClr val="F6B5D3"/>
                  </a:solidFill>
                  <a:latin typeface="Space Grotesk"/>
                  <a:ea typeface="Space Grotesk"/>
                  <a:cs typeface="Space Grotesk"/>
                  <a:sym typeface="Space Grotesk"/>
                </a:rPr>
                <a:t>AI MODELS</a:t>
              </a:r>
              <a:endParaRPr b="1" sz="1400">
                <a:solidFill>
                  <a:srgbClr val="F6B5D3"/>
                </a:solidFill>
                <a:latin typeface="Space Grotesk"/>
                <a:ea typeface="Space Grotesk"/>
                <a:cs typeface="Space Grotesk"/>
                <a:sym typeface="Space Grotesk"/>
              </a:endParaRPr>
            </a:p>
            <a:p>
              <a:pPr indent="0" lvl="0" marL="0" rtl="0" algn="l">
                <a:spcBef>
                  <a:spcPts val="600"/>
                </a:spcBef>
                <a:spcAft>
                  <a:spcPts val="0"/>
                </a:spcAft>
                <a:buNone/>
              </a:pPr>
              <a:r>
                <a:rPr lang="en" sz="1050">
                  <a:solidFill>
                    <a:srgbClr val="E7E7E7"/>
                  </a:solidFill>
                  <a:latin typeface="Space Grotesk"/>
                  <a:ea typeface="Space Grotesk"/>
                  <a:cs typeface="Space Grotesk"/>
                  <a:sym typeface="Space Grotesk"/>
                </a:rPr>
                <a:t>OpenAI GPT-4o-mini </a:t>
              </a:r>
              <a:r>
                <a:rPr lang="en" sz="900">
                  <a:solidFill>
                    <a:srgbClr val="A0A0A0"/>
                  </a:solidFill>
                  <a:latin typeface="Space Grotesk"/>
                  <a:ea typeface="Space Grotesk"/>
                  <a:cs typeface="Space Grotesk"/>
                  <a:sym typeface="Space Grotesk"/>
                </a:rPr>
                <a:t>(Gen + Re-ranker)</a:t>
              </a:r>
              <a:endParaRPr sz="1050">
                <a:solidFill>
                  <a:srgbClr val="E7E7E7"/>
                </a:solidFill>
                <a:latin typeface="Space Grotesk"/>
                <a:ea typeface="Space Grotesk"/>
                <a:cs typeface="Space Grotesk"/>
                <a:sym typeface="Space Grotesk"/>
              </a:endParaRPr>
            </a:p>
            <a:p>
              <a:pPr indent="0" lvl="0" marL="0" rtl="0" algn="l">
                <a:spcBef>
                  <a:spcPts val="225"/>
                </a:spcBef>
                <a:spcAft>
                  <a:spcPts val="0"/>
                </a:spcAft>
                <a:buNone/>
              </a:pPr>
              <a:r>
                <a:rPr lang="en" sz="1050">
                  <a:solidFill>
                    <a:srgbClr val="E7E7E7"/>
                  </a:solidFill>
                  <a:latin typeface="Space Grotesk"/>
                  <a:ea typeface="Space Grotesk"/>
                  <a:cs typeface="Space Grotesk"/>
                  <a:sym typeface="Space Grotesk"/>
                </a:rPr>
                <a:t>OpenAI text-embedding-3-small </a:t>
              </a:r>
              <a:r>
                <a:rPr lang="en" sz="900">
                  <a:solidFill>
                    <a:srgbClr val="A0A0A0"/>
                  </a:solidFill>
                  <a:latin typeface="Space Grotesk"/>
                  <a:ea typeface="Space Grotesk"/>
                  <a:cs typeface="Space Grotesk"/>
                  <a:sym typeface="Space Grotesk"/>
                </a:rPr>
                <a:t>(1536-dim)</a:t>
              </a:r>
              <a:endParaRPr sz="1050">
                <a:solidFill>
                  <a:srgbClr val="E7E7E7"/>
                </a:solidFill>
                <a:latin typeface="Space Grotesk"/>
                <a:ea typeface="Space Grotesk"/>
                <a:cs typeface="Space Grotesk"/>
                <a:sym typeface="Space Grotesk"/>
              </a:endParaRPr>
            </a:p>
            <a:p>
              <a:pPr indent="0" lvl="0" marL="0" rtl="0" algn="l">
                <a:spcBef>
                  <a:spcPts val="225"/>
                </a:spcBef>
                <a:spcAft>
                  <a:spcPts val="225"/>
                </a:spcAft>
                <a:buNone/>
              </a:pPr>
              <a:r>
                <a:rPr lang="en" sz="1050">
                  <a:solidFill>
                    <a:srgbClr val="E7E7E7"/>
                  </a:solidFill>
                  <a:latin typeface="Space Grotesk"/>
                  <a:ea typeface="Space Grotesk"/>
                  <a:cs typeface="Space Grotesk"/>
                  <a:sym typeface="Space Grotesk"/>
                </a:rPr>
                <a:t>Cosine Similarity </a:t>
              </a:r>
              <a:r>
                <a:rPr lang="en" sz="900">
                  <a:solidFill>
                    <a:srgbClr val="A0A0A0"/>
                  </a:solidFill>
                  <a:latin typeface="Space Grotesk"/>
                  <a:ea typeface="Space Grotesk"/>
                  <a:cs typeface="Space Grotesk"/>
                  <a:sym typeface="Space Grotesk"/>
                </a:rPr>
                <a:t>(Hand-implemented)</a:t>
              </a:r>
              <a:endParaRPr sz="1050">
                <a:solidFill>
                  <a:srgbClr val="E7E7E7"/>
                </a:solidFill>
                <a:latin typeface="Space Grotesk"/>
                <a:ea typeface="Space Grotesk"/>
                <a:cs typeface="Space Grotesk"/>
                <a:sym typeface="Space Grotesk"/>
              </a:endParaRPr>
            </a:p>
          </p:txBody>
        </p:sp>
      </p:grpSp>
      <p:grpSp>
        <p:nvGrpSpPr>
          <p:cNvPr id="534" name="Google Shape;534;p47"/>
          <p:cNvGrpSpPr/>
          <p:nvPr/>
        </p:nvGrpSpPr>
        <p:grpSpPr>
          <a:xfrm>
            <a:off x="4667250" y="3190875"/>
            <a:ext cx="4095900" cy="1666800"/>
            <a:chOff x="0" y="0"/>
            <a:chExt cx="4095900" cy="1666800"/>
          </a:xfrm>
        </p:grpSpPr>
        <p:pic>
          <p:nvPicPr>
            <p:cNvPr id="535" name="Google Shape;535;p47"/>
            <p:cNvPicPr preferRelativeResize="0"/>
            <p:nvPr/>
          </p:nvPicPr>
          <p:blipFill rotWithShape="1">
            <a:blip r:embed="rId3">
              <a:alphaModFix/>
            </a:blip>
            <a:srcRect b="0" l="0" r="0" t="0"/>
            <a:stretch/>
          </p:blipFill>
          <p:spPr>
            <a:xfrm>
              <a:off x="0" y="0"/>
              <a:ext cx="4095900" cy="1666800"/>
            </a:xfrm>
            <a:prstGeom prst="rect">
              <a:avLst/>
            </a:prstGeom>
            <a:noFill/>
            <a:ln>
              <a:noFill/>
            </a:ln>
          </p:spPr>
        </p:pic>
        <p:sp>
          <p:nvSpPr>
            <p:cNvPr id="536" name="Google Shape;536;p47"/>
            <p:cNvSpPr txBox="1"/>
            <p:nvPr/>
          </p:nvSpPr>
          <p:spPr>
            <a:xfrm>
              <a:off x="0" y="0"/>
              <a:ext cx="4095900" cy="16668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n" sz="1400">
                  <a:solidFill>
                    <a:srgbClr val="FFF269"/>
                  </a:solidFill>
                  <a:latin typeface="Space Grotesk"/>
                  <a:ea typeface="Space Grotesk"/>
                  <a:cs typeface="Space Grotesk"/>
                  <a:sym typeface="Space Grotesk"/>
                </a:rPr>
                <a:t>PARSING &amp; EXTRACTION</a:t>
              </a:r>
              <a:endParaRPr b="1" sz="1400">
                <a:solidFill>
                  <a:srgbClr val="FFF269"/>
                </a:solidFill>
                <a:latin typeface="Space Grotesk"/>
                <a:ea typeface="Space Grotesk"/>
                <a:cs typeface="Space Grotesk"/>
                <a:sym typeface="Space Grotesk"/>
              </a:endParaRPr>
            </a:p>
            <a:p>
              <a:pPr indent="0" lvl="0" marL="0" rtl="0" algn="l">
                <a:spcBef>
                  <a:spcPts val="600"/>
                </a:spcBef>
                <a:spcAft>
                  <a:spcPts val="0"/>
                </a:spcAft>
                <a:buNone/>
              </a:pPr>
              <a:r>
                <a:rPr lang="en" sz="1050">
                  <a:solidFill>
                    <a:srgbClr val="E7E7E7"/>
                  </a:solidFill>
                  <a:latin typeface="Space Grotesk"/>
                  <a:ea typeface="Space Grotesk"/>
                  <a:cs typeface="Space Grotesk"/>
                  <a:sym typeface="Space Grotesk"/>
                </a:rPr>
                <a:t>PDFBox (.pdf) | POI (.docx) | Jsoup (.html)</a:t>
              </a:r>
              <a:endParaRPr sz="1050">
                <a:solidFill>
                  <a:srgbClr val="E7E7E7"/>
                </a:solidFill>
                <a:latin typeface="Space Grotesk"/>
                <a:ea typeface="Space Grotesk"/>
                <a:cs typeface="Space Grotesk"/>
                <a:sym typeface="Space Grotesk"/>
              </a:endParaRPr>
            </a:p>
            <a:p>
              <a:pPr indent="0" lvl="0" marL="0" rtl="0" algn="l">
                <a:spcBef>
                  <a:spcPts val="225"/>
                </a:spcBef>
                <a:spcAft>
                  <a:spcPts val="0"/>
                </a:spcAft>
                <a:buNone/>
              </a:pPr>
              <a:r>
                <a:rPr lang="en" sz="1050">
                  <a:solidFill>
                    <a:srgbClr val="E7E7E7"/>
                  </a:solidFill>
                  <a:latin typeface="Space Grotesk"/>
                  <a:ea typeface="Space Grotesk"/>
                  <a:cs typeface="Space Grotesk"/>
                  <a:sym typeface="Space Grotesk"/>
                </a:rPr>
                <a:t>Java Adapters: .txt, .md, .csv, .json, .vtt, .srt, .fdx</a:t>
              </a:r>
              <a:endParaRPr sz="1050">
                <a:solidFill>
                  <a:srgbClr val="E7E7E7"/>
                </a:solidFill>
                <a:latin typeface="Space Grotesk"/>
                <a:ea typeface="Space Grotesk"/>
                <a:cs typeface="Space Grotesk"/>
                <a:sym typeface="Space Grotesk"/>
              </a:endParaRPr>
            </a:p>
            <a:p>
              <a:pPr indent="0" lvl="0" marL="0" rtl="0" algn="l">
                <a:spcBef>
                  <a:spcPts val="600"/>
                </a:spcBef>
                <a:spcAft>
                  <a:spcPts val="0"/>
                </a:spcAft>
                <a:buNone/>
              </a:pPr>
              <a:r>
                <a:rPr b="1" lang="en" sz="1100">
                  <a:solidFill>
                    <a:srgbClr val="A0A0A0"/>
                  </a:solidFill>
                  <a:latin typeface="Space Grotesk"/>
                  <a:ea typeface="Space Grotesk"/>
                  <a:cs typeface="Space Grotesk"/>
                  <a:sym typeface="Space Grotesk"/>
                </a:rPr>
                <a:t>TESTING</a:t>
              </a:r>
              <a:endParaRPr b="1" sz="1100">
                <a:solidFill>
                  <a:srgbClr val="A0A0A0"/>
                </a:solidFill>
                <a:latin typeface="Space Grotesk"/>
                <a:ea typeface="Space Grotesk"/>
                <a:cs typeface="Space Grotesk"/>
                <a:sym typeface="Space Grotesk"/>
              </a:endParaRPr>
            </a:p>
            <a:p>
              <a:pPr indent="0" lvl="0" marL="0" rtl="0" algn="l">
                <a:spcBef>
                  <a:spcPts val="600"/>
                </a:spcBef>
                <a:spcAft>
                  <a:spcPts val="225"/>
                </a:spcAft>
                <a:buNone/>
              </a:pPr>
              <a:r>
                <a:rPr lang="en" sz="1050">
                  <a:solidFill>
                    <a:srgbClr val="E7E7E7"/>
                  </a:solidFill>
                  <a:latin typeface="Space Grotesk"/>
                  <a:ea typeface="Space Grotesk"/>
                  <a:cs typeface="Space Grotesk"/>
                  <a:sym typeface="Space Grotesk"/>
                </a:rPr>
                <a:t>JUnit 5.10.0 + Spring Boot Test</a:t>
              </a:r>
              <a:endParaRPr sz="1050">
                <a:solidFill>
                  <a:srgbClr val="E7E7E7"/>
                </a:solidFill>
                <a:latin typeface="Space Grotesk"/>
                <a:ea typeface="Space Grotesk"/>
                <a:cs typeface="Space Grotesk"/>
                <a:sym typeface="Space Grotesk"/>
              </a:endParaRPr>
            </a:p>
          </p:txBody>
        </p:sp>
      </p:grpSp>
      <p:pic>
        <p:nvPicPr>
          <p:cNvPr id="537" name="Google Shape;537;p47"/>
          <p:cNvPicPr preferRelativeResize="0"/>
          <p:nvPr/>
        </p:nvPicPr>
        <p:blipFill rotWithShape="1">
          <a:blip r:embed="rId4">
            <a:alphaModFix/>
          </a:blip>
          <a:srcRect b="0" l="0" r="0" t="0"/>
          <a:stretch/>
        </p:blipFill>
        <p:spPr>
          <a:xfrm>
            <a:off x="8382000" y="381000"/>
            <a:ext cx="381000" cy="381000"/>
          </a:xfrm>
          <a:prstGeom prst="roundRect">
            <a:avLst>
              <a:gd fmla="val 10000" name="adj"/>
            </a:avLst>
          </a:prstGeom>
          <a:noFill/>
          <a:ln>
            <a:noFill/>
          </a:ln>
        </p:spPr>
      </p:pic>
      <p:grpSp>
        <p:nvGrpSpPr>
          <p:cNvPr id="538" name="Google Shape;538;p47"/>
          <p:cNvGrpSpPr/>
          <p:nvPr/>
        </p:nvGrpSpPr>
        <p:grpSpPr>
          <a:xfrm>
            <a:off x="381000" y="381000"/>
            <a:ext cx="8382000" cy="866925"/>
            <a:chOff x="381000" y="381000"/>
            <a:chExt cx="8382000" cy="866925"/>
          </a:xfrm>
        </p:grpSpPr>
        <p:sp>
          <p:nvSpPr>
            <p:cNvPr id="539" name="Google Shape;539;p47"/>
            <p:cNvSpPr txBox="1"/>
            <p:nvPr/>
          </p:nvSpPr>
          <p:spPr>
            <a:xfrm>
              <a:off x="381000" y="381000"/>
              <a:ext cx="8382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 sz="4810">
                  <a:solidFill>
                    <a:srgbClr val="FFF269"/>
                  </a:solidFill>
                  <a:latin typeface="Space Grotesk"/>
                  <a:ea typeface="Space Grotesk"/>
                  <a:cs typeface="Space Grotesk"/>
                  <a:sym typeface="Space Grotesk"/>
                </a:rPr>
                <a:t>TECHNICAL STACK</a:t>
              </a:r>
              <a:endParaRPr sz="4810">
                <a:solidFill>
                  <a:srgbClr val="FFF269"/>
                </a:solidFill>
                <a:latin typeface="Space Grotesk"/>
                <a:ea typeface="Space Grotesk"/>
                <a:cs typeface="Space Grotesk"/>
                <a:sym typeface="Space Grotesk"/>
              </a:endParaRPr>
            </a:p>
          </p:txBody>
        </p:sp>
        <p:sp>
          <p:nvSpPr>
            <p:cNvPr id="540" name="Google Shape;540;p47"/>
            <p:cNvSpPr/>
            <p:nvPr/>
          </p:nvSpPr>
          <p:spPr>
            <a:xfrm>
              <a:off x="381000" y="1190625"/>
              <a:ext cx="1714500" cy="57300"/>
            </a:xfrm>
            <a:prstGeom prst="rect">
              <a:avLst/>
            </a:prstGeom>
            <a:solidFill>
              <a:srgbClr val="FFF2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graphicFrame>
        <p:nvGraphicFramePr>
          <p:cNvPr id="545" name="Google Shape;545;p48"/>
          <p:cNvGraphicFramePr/>
          <p:nvPr/>
        </p:nvGraphicFramePr>
        <p:xfrm>
          <a:off x="0" y="2763172"/>
          <a:ext cx="3000000" cy="3000000"/>
        </p:xfrm>
        <a:graphic>
          <a:graphicData uri="http://schemas.openxmlformats.org/drawingml/2006/table">
            <a:tbl>
              <a:tblPr>
                <a:noFill/>
                <a:tableStyleId>{979ADD00-4A92-4E75-9895-992D5502FAF6}</a:tableStyleId>
              </a:tblPr>
              <a:tblGrid>
                <a:gridCol w="914400"/>
                <a:gridCol w="914400"/>
                <a:gridCol w="914400"/>
                <a:gridCol w="914400"/>
                <a:gridCol w="914400"/>
                <a:gridCol w="914400"/>
                <a:gridCol w="914400"/>
                <a:gridCol w="914400"/>
                <a:gridCol w="914400"/>
                <a:gridCol w="914400"/>
              </a:tblGrid>
              <a:tr h="381000">
                <a:tc>
                  <a:txBody>
                    <a:bodyPr/>
                    <a:lstStyle/>
                    <a:p>
                      <a:pPr indent="0" lvl="0" marL="0" rtl="0" algn="ctr">
                        <a:spcBef>
                          <a:spcPts val="0"/>
                        </a:spcBef>
                        <a:spcAft>
                          <a:spcPts val="0"/>
                        </a:spcAft>
                        <a:buNone/>
                      </a:pPr>
                      <a:r>
                        <a:t/>
                      </a:r>
                      <a:endParaRPr sz="1200">
                        <a:latin typeface="Space Grotesk"/>
                        <a:ea typeface="Space Grotesk"/>
                        <a:cs typeface="Space Grotesk"/>
                        <a:sym typeface="Space Grotesk"/>
                      </a:endParaRPr>
                    </a:p>
                  </a:txBody>
                  <a:tcPr marT="91425" marB="91425" marR="91425" marL="91425"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2">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Space Grotesk"/>
                          <a:ea typeface="Space Grotesk"/>
                          <a:cs typeface="Space Grotesk"/>
                          <a:sym typeface="Space Grotesk"/>
                        </a:rPr>
                        <a:t>Upload .pdf/.md/.srt/e.g.</a:t>
                      </a:r>
                      <a:endParaRPr sz="1200">
                        <a:latin typeface="Space Grotesk"/>
                        <a:ea typeface="Space Grotesk"/>
                        <a:cs typeface="Space Grotesk"/>
                        <a:sym typeface="Space Grotesk"/>
                      </a:endParaRPr>
                    </a:p>
                  </a:txBody>
                  <a:tcPr marT="91425" marB="91425" marR="91425" marL="91425"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a:txBody>
                    <a:bodyPr/>
                    <a:lstStyle/>
                    <a:p>
                      <a:pPr indent="0" lvl="0" marL="0" rtl="0" algn="ctr">
                        <a:spcBef>
                          <a:spcPts val="0"/>
                        </a:spcBef>
                        <a:spcAft>
                          <a:spcPts val="0"/>
                        </a:spcAft>
                        <a:buNone/>
                      </a:pPr>
                      <a:r>
                        <a:t/>
                      </a:r>
                      <a:endParaRPr sz="1200">
                        <a:latin typeface="Space Grotesk"/>
                        <a:ea typeface="Space Grotesk"/>
                        <a:cs typeface="Space Grotesk"/>
                        <a:sym typeface="Space Grotesk"/>
                      </a:endParaRPr>
                    </a:p>
                  </a:txBody>
                  <a:tcPr marT="91425" marB="91425" marR="91425" marL="91425"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2">
                  <a:txBody>
                    <a:bodyPr/>
                    <a:lstStyle/>
                    <a:p>
                      <a:pPr indent="0" lvl="0" marL="0" rtl="0" algn="ctr">
                        <a:spcBef>
                          <a:spcPts val="0"/>
                        </a:spcBef>
                        <a:spcAft>
                          <a:spcPts val="0"/>
                        </a:spcAft>
                        <a:buNone/>
                      </a:pPr>
                      <a:r>
                        <a:rPr lang="en" sz="1200">
                          <a:solidFill>
                            <a:schemeClr val="dk1"/>
                          </a:solidFill>
                          <a:latin typeface="Space Grotesk"/>
                          <a:ea typeface="Space Grotesk"/>
                          <a:cs typeface="Space Grotesk"/>
                          <a:sym typeface="Space Grotesk"/>
                        </a:rPr>
                        <a:t>Real-time vector indexing</a:t>
                      </a:r>
                      <a:endParaRPr sz="1200">
                        <a:latin typeface="Space Grotesk"/>
                        <a:ea typeface="Space Grotesk"/>
                        <a:cs typeface="Space Grotesk"/>
                        <a:sym typeface="Space Grotesk"/>
                      </a:endParaRPr>
                    </a:p>
                  </a:txBody>
                  <a:tcPr marT="91425" marB="91425" marR="91425" marL="91425"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a:txBody>
                    <a:bodyPr/>
                    <a:lstStyle/>
                    <a:p>
                      <a:pPr indent="0" lvl="0" marL="0" rtl="0" algn="ctr">
                        <a:spcBef>
                          <a:spcPts val="0"/>
                        </a:spcBef>
                        <a:spcAft>
                          <a:spcPts val="0"/>
                        </a:spcAft>
                        <a:buNone/>
                      </a:pPr>
                      <a:r>
                        <a:t/>
                      </a:r>
                      <a:endParaRPr sz="1200">
                        <a:latin typeface="Space Grotesk"/>
                        <a:ea typeface="Space Grotesk"/>
                        <a:cs typeface="Space Grotesk"/>
                        <a:sym typeface="Space Grotesk"/>
                      </a:endParaRPr>
                    </a:p>
                  </a:txBody>
                  <a:tcPr marT="91425" marB="91425" marR="91425" marL="91425"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gridSpan="2">
                  <a:txBody>
                    <a:bodyPr/>
                    <a:lstStyle/>
                    <a:p>
                      <a:pPr indent="0" lvl="0" marL="0" rtl="0" algn="ctr">
                        <a:spcBef>
                          <a:spcPts val="0"/>
                        </a:spcBef>
                        <a:spcAft>
                          <a:spcPts val="0"/>
                        </a:spcAft>
                        <a:buNone/>
                      </a:pPr>
                      <a:r>
                        <a:rPr lang="en" sz="1200">
                          <a:solidFill>
                            <a:schemeClr val="dk1"/>
                          </a:solidFill>
                          <a:latin typeface="Space Grotesk"/>
                          <a:ea typeface="Space Grotesk"/>
                          <a:cs typeface="Space Grotesk"/>
                          <a:sym typeface="Space Grotesk"/>
                        </a:rPr>
                        <a:t>Ask question within server-sent events streaming answers</a:t>
                      </a:r>
                      <a:endParaRPr sz="1200">
                        <a:solidFill>
                          <a:schemeClr val="dk1"/>
                        </a:solidFill>
                        <a:latin typeface="Space Grotesk"/>
                        <a:ea typeface="Space Grotesk"/>
                        <a:cs typeface="Space Grotesk"/>
                        <a:sym typeface="Space Grotesk"/>
                      </a:endParaRPr>
                    </a:p>
                  </a:txBody>
                  <a:tcPr marT="91425" marB="91425" marR="91425" marL="91425"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a:txBody>
                    <a:bodyPr/>
                    <a:lstStyle/>
                    <a:p>
                      <a:pPr indent="0" lvl="0" marL="0" rtl="0" algn="ctr">
                        <a:spcBef>
                          <a:spcPts val="0"/>
                        </a:spcBef>
                        <a:spcAft>
                          <a:spcPts val="0"/>
                        </a:spcAft>
                        <a:buNone/>
                      </a:pPr>
                      <a:r>
                        <a:t/>
                      </a:r>
                      <a:endParaRPr sz="1200">
                        <a:latin typeface="Space Grotesk"/>
                        <a:ea typeface="Space Grotesk"/>
                        <a:cs typeface="Space Grotesk"/>
                        <a:sym typeface="Space Grotesk"/>
                      </a:endParaRPr>
                    </a:p>
                  </a:txBody>
                  <a:tcPr marT="91425" marB="91425" marR="91425" marL="91425"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chemeClr val="lt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Space Grotesk"/>
                        <a:ea typeface="Space Grotesk"/>
                        <a:cs typeface="Space Grotesk"/>
                        <a:sym typeface="Space Grotesk"/>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cxnSp>
        <p:nvCxnSpPr>
          <p:cNvPr id="546" name="Google Shape;546;p48"/>
          <p:cNvCxnSpPr/>
          <p:nvPr/>
        </p:nvCxnSpPr>
        <p:spPr>
          <a:xfrm>
            <a:off x="92927" y="3877547"/>
            <a:ext cx="9067500" cy="0"/>
          </a:xfrm>
          <a:prstGeom prst="straightConnector1">
            <a:avLst/>
          </a:prstGeom>
          <a:noFill/>
          <a:ln cap="flat" cmpd="sng" w="9525">
            <a:solidFill>
              <a:schemeClr val="lt1"/>
            </a:solidFill>
            <a:prstDash val="solid"/>
            <a:round/>
            <a:headEnd len="med" w="med" type="none"/>
            <a:tailEnd len="med" w="med" type="stealth"/>
          </a:ln>
        </p:spPr>
      </p:cxnSp>
      <p:grpSp>
        <p:nvGrpSpPr>
          <p:cNvPr id="547" name="Google Shape;547;p48"/>
          <p:cNvGrpSpPr/>
          <p:nvPr/>
        </p:nvGrpSpPr>
        <p:grpSpPr>
          <a:xfrm>
            <a:off x="381000" y="381000"/>
            <a:ext cx="8382000" cy="866925"/>
            <a:chOff x="381000" y="381000"/>
            <a:chExt cx="8382000" cy="866925"/>
          </a:xfrm>
        </p:grpSpPr>
        <p:sp>
          <p:nvSpPr>
            <p:cNvPr id="548" name="Google Shape;548;p48"/>
            <p:cNvSpPr txBox="1"/>
            <p:nvPr/>
          </p:nvSpPr>
          <p:spPr>
            <a:xfrm>
              <a:off x="381000" y="381000"/>
              <a:ext cx="8382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 sz="4810">
                  <a:solidFill>
                    <a:schemeClr val="dk1"/>
                  </a:solidFill>
                  <a:latin typeface="Space Grotesk"/>
                  <a:ea typeface="Space Grotesk"/>
                  <a:cs typeface="Space Grotesk"/>
                  <a:sym typeface="Space Grotesk"/>
                </a:rPr>
                <a:t>LIVE OPERATION</a:t>
              </a:r>
              <a:endParaRPr sz="4810">
                <a:solidFill>
                  <a:schemeClr val="dk1"/>
                </a:solidFill>
                <a:latin typeface="Space Grotesk"/>
                <a:ea typeface="Space Grotesk"/>
                <a:cs typeface="Space Grotesk"/>
                <a:sym typeface="Space Grotesk"/>
              </a:endParaRPr>
            </a:p>
          </p:txBody>
        </p:sp>
        <p:sp>
          <p:nvSpPr>
            <p:cNvPr id="549" name="Google Shape;549;p48"/>
            <p:cNvSpPr/>
            <p:nvPr/>
          </p:nvSpPr>
          <p:spPr>
            <a:xfrm>
              <a:off x="381000" y="1190625"/>
              <a:ext cx="1714500" cy="57300"/>
            </a:xfrm>
            <a:prstGeom prst="rect">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50" name="Google Shape;550;p48"/>
          <p:cNvSpPr txBox="1"/>
          <p:nvPr/>
        </p:nvSpPr>
        <p:spPr>
          <a:xfrm>
            <a:off x="273152" y="1271681"/>
            <a:ext cx="477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Space Grotesk"/>
                <a:ea typeface="Space Grotesk"/>
                <a:cs typeface="Space Grotesk"/>
                <a:sym typeface="Space Grotesk"/>
              </a:rPr>
              <a:t>Upload, Index, and Query</a:t>
            </a:r>
            <a:endParaRPr sz="1800">
              <a:solidFill>
                <a:schemeClr val="dk1"/>
              </a:solidFill>
              <a:latin typeface="Space Grotesk"/>
              <a:ea typeface="Space Grotesk"/>
              <a:cs typeface="Space Grotesk"/>
              <a:sym typeface="Space Grotes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4" name="Shape 554"/>
        <p:cNvGrpSpPr/>
        <p:nvPr/>
      </p:nvGrpSpPr>
      <p:grpSpPr>
        <a:xfrm>
          <a:off x="0" y="0"/>
          <a:ext cx="0" cy="0"/>
          <a:chOff x="0" y="0"/>
          <a:chExt cx="0" cy="0"/>
        </a:xfrm>
      </p:grpSpPr>
      <p:pic>
        <p:nvPicPr>
          <p:cNvPr id="555" name="Google Shape;555;p49"/>
          <p:cNvPicPr preferRelativeResize="0"/>
          <p:nvPr/>
        </p:nvPicPr>
        <p:blipFill rotWithShape="1">
          <a:blip r:embed="rId4">
            <a:alphaModFix/>
          </a:blip>
          <a:srcRect b="74034" l="3" r="72417" t="0"/>
          <a:stretch/>
        </p:blipFill>
        <p:spPr>
          <a:xfrm>
            <a:off x="7649278" y="-1674"/>
            <a:ext cx="305400" cy="287700"/>
          </a:xfrm>
          <a:prstGeom prst="rect">
            <a:avLst/>
          </a:prstGeom>
          <a:noFill/>
          <a:ln>
            <a:noFill/>
          </a:ln>
        </p:spPr>
      </p:pic>
      <p:grpSp>
        <p:nvGrpSpPr>
          <p:cNvPr id="556" name="Google Shape;556;p49"/>
          <p:cNvGrpSpPr/>
          <p:nvPr/>
        </p:nvGrpSpPr>
        <p:grpSpPr>
          <a:xfrm>
            <a:off x="381000" y="381000"/>
            <a:ext cx="8382000" cy="866925"/>
            <a:chOff x="381000" y="381000"/>
            <a:chExt cx="8382000" cy="866925"/>
          </a:xfrm>
        </p:grpSpPr>
        <p:sp>
          <p:nvSpPr>
            <p:cNvPr id="557" name="Google Shape;557;p49"/>
            <p:cNvSpPr txBox="1"/>
            <p:nvPr/>
          </p:nvSpPr>
          <p:spPr>
            <a:xfrm>
              <a:off x="381000" y="381000"/>
              <a:ext cx="8382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4810">
                  <a:solidFill>
                    <a:srgbClr val="000000"/>
                  </a:solidFill>
                  <a:latin typeface="Space Grotesk"/>
                  <a:ea typeface="Space Grotesk"/>
                  <a:cs typeface="Space Grotesk"/>
                  <a:sym typeface="Space Grotesk"/>
                </a:rPr>
                <a:t>LIVE OPERATION</a:t>
              </a:r>
              <a:endParaRPr b="0" sz="4810">
                <a:solidFill>
                  <a:srgbClr val="000000"/>
                </a:solidFill>
                <a:latin typeface="Space Grotesk"/>
                <a:ea typeface="Space Grotesk"/>
                <a:cs typeface="Space Grotesk"/>
                <a:sym typeface="Space Grotesk"/>
              </a:endParaRPr>
            </a:p>
          </p:txBody>
        </p:sp>
        <p:sp>
          <p:nvSpPr>
            <p:cNvPr id="558" name="Google Shape;558;p49"/>
            <p:cNvSpPr/>
            <p:nvPr/>
          </p:nvSpPr>
          <p:spPr>
            <a:xfrm>
              <a:off x="381000" y="1190625"/>
              <a:ext cx="1714500" cy="57300"/>
            </a:xfrm>
            <a:prstGeom prst="rect">
              <a:avLst/>
            </a:prstGeom>
            <a:solidFill>
              <a:srgbClr val="00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59" name="Google Shape;559;p49"/>
          <p:cNvGrpSpPr/>
          <p:nvPr/>
        </p:nvGrpSpPr>
        <p:grpSpPr>
          <a:xfrm>
            <a:off x="381000" y="1905000"/>
            <a:ext cx="8382150" cy="2286000"/>
            <a:chOff x="381000" y="1905000"/>
            <a:chExt cx="8382150" cy="2286000"/>
          </a:xfrm>
        </p:grpSpPr>
        <p:grpSp>
          <p:nvGrpSpPr>
            <p:cNvPr id="560" name="Google Shape;560;p49"/>
            <p:cNvGrpSpPr/>
            <p:nvPr/>
          </p:nvGrpSpPr>
          <p:grpSpPr>
            <a:xfrm>
              <a:off x="381000" y="1905000"/>
              <a:ext cx="1238400" cy="2286000"/>
              <a:chOff x="381000" y="1905000"/>
              <a:chExt cx="1238400" cy="2286000"/>
            </a:xfrm>
          </p:grpSpPr>
          <p:sp>
            <p:nvSpPr>
              <p:cNvPr id="561" name="Google Shape;561;p49"/>
              <p:cNvSpPr/>
              <p:nvPr/>
            </p:nvSpPr>
            <p:spPr>
              <a:xfrm>
                <a:off x="381000" y="1905000"/>
                <a:ext cx="1238400" cy="2286000"/>
              </a:xfrm>
              <a:prstGeom prst="roundRect">
                <a:avLst>
                  <a:gd fmla="val 6153" name="adj"/>
                </a:avLst>
              </a:prstGeom>
              <a:solidFill>
                <a:srgbClr val="FFFFFF"/>
              </a:solidFill>
              <a:ln cap="flat" cmpd="sng" w="1430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2" name="Google Shape;562;p49"/>
              <p:cNvSpPr txBox="1"/>
              <p:nvPr/>
            </p:nvSpPr>
            <p:spPr>
              <a:xfrm>
                <a:off x="476250" y="2000250"/>
                <a:ext cx="1047900" cy="209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rgbClr val="000000"/>
                    </a:solidFill>
                    <a:latin typeface="Space Grotesk"/>
                    <a:ea typeface="Space Grotesk"/>
                    <a:cs typeface="Space Grotesk"/>
                    <a:sym typeface="Space Grotesk"/>
                  </a:rPr>
                  <a:t>01</a:t>
                </a:r>
                <a:endParaRPr b="1" sz="1200">
                  <a:solidFill>
                    <a:srgbClr val="000000"/>
                  </a:solidFill>
                  <a:latin typeface="Space Grotesk"/>
                  <a:ea typeface="Space Grotesk"/>
                  <a:cs typeface="Space Grotesk"/>
                  <a:sym typeface="Space Grotesk"/>
                </a:endParaRPr>
              </a:p>
              <a:p>
                <a:pPr indent="0" lvl="0" marL="0" rtl="0" algn="ctr">
                  <a:spcBef>
                    <a:spcPts val="750"/>
                  </a:spcBef>
                  <a:spcAft>
                    <a:spcPts val="0"/>
                  </a:spcAft>
                  <a:buNone/>
                </a:pPr>
                <a:r>
                  <a:rPr b="1" lang="en" sz="1200">
                    <a:solidFill>
                      <a:srgbClr val="000000"/>
                    </a:solidFill>
                    <a:latin typeface="Space Grotesk"/>
                    <a:ea typeface="Space Grotesk"/>
                    <a:cs typeface="Space Grotesk"/>
                    <a:sym typeface="Space Grotesk"/>
                  </a:rPr>
                  <a:t>User Input</a:t>
                </a:r>
                <a:endParaRPr b="1" sz="1200">
                  <a:solidFill>
                    <a:srgbClr val="000000"/>
                  </a:solidFill>
                  <a:latin typeface="Space Grotesk"/>
                  <a:ea typeface="Space Grotesk"/>
                  <a:cs typeface="Space Grotesk"/>
                  <a:sym typeface="Space Grotesk"/>
                </a:endParaRPr>
              </a:p>
              <a:p>
                <a:pPr indent="0" lvl="0" marL="0" rtl="0" algn="ctr">
                  <a:spcBef>
                    <a:spcPts val="375"/>
                  </a:spcBef>
                  <a:spcAft>
                    <a:spcPts val="0"/>
                  </a:spcAft>
                  <a:buNone/>
                </a:pPr>
                <a:r>
                  <a:rPr lang="en" sz="1000">
                    <a:solidFill>
                      <a:srgbClr val="434343"/>
                    </a:solidFill>
                    <a:latin typeface="Space Grotesk"/>
                    <a:ea typeface="Space Grotesk"/>
                    <a:cs typeface="Space Grotesk"/>
                    <a:sym typeface="Space Grotesk"/>
                  </a:rPr>
                  <a:t>Upload &amp; Query: </a:t>
                </a:r>
                <a:r>
                  <a:rPr lang="en" sz="1000">
                    <a:solidFill>
                      <a:srgbClr val="434343"/>
                    </a:solidFill>
                    <a:latin typeface="Courier New"/>
                    <a:ea typeface="Courier New"/>
                    <a:cs typeface="Courier New"/>
                    <a:sym typeface="Courier New"/>
                  </a:rPr>
                  <a:t>RagController </a:t>
                </a:r>
                <a:r>
                  <a:rPr lang="en" sz="1000">
                    <a:solidFill>
                      <a:srgbClr val="434343"/>
                    </a:solidFill>
                    <a:latin typeface="Space Grotesk"/>
                    <a:ea typeface="Space Grotesk"/>
                    <a:cs typeface="Space Grotesk"/>
                    <a:sym typeface="Space Grotesk"/>
                  </a:rPr>
                  <a:t>REST API</a:t>
                </a:r>
                <a:endParaRPr sz="1000">
                  <a:solidFill>
                    <a:srgbClr val="434343"/>
                  </a:solidFill>
                  <a:latin typeface="Space Grotesk"/>
                  <a:ea typeface="Space Grotesk"/>
                  <a:cs typeface="Space Grotesk"/>
                  <a:sym typeface="Space Grotesk"/>
                </a:endParaRPr>
              </a:p>
            </p:txBody>
          </p:sp>
        </p:grpSp>
        <p:pic>
          <p:nvPicPr>
            <p:cNvPr id="563" name="Google Shape;563;p49"/>
            <p:cNvPicPr preferRelativeResize="0"/>
            <p:nvPr/>
          </p:nvPicPr>
          <p:blipFill rotWithShape="1">
            <a:blip r:embed="rId5">
              <a:alphaModFix/>
            </a:blip>
            <a:srcRect b="0" l="0" r="0" t="0"/>
            <a:stretch/>
          </p:blipFill>
          <p:spPr>
            <a:xfrm>
              <a:off x="1619250" y="2995613"/>
              <a:ext cx="190500" cy="104700"/>
            </a:xfrm>
            <a:prstGeom prst="rect">
              <a:avLst/>
            </a:prstGeom>
            <a:noFill/>
            <a:ln>
              <a:noFill/>
            </a:ln>
          </p:spPr>
        </p:pic>
        <p:grpSp>
          <p:nvGrpSpPr>
            <p:cNvPr id="564" name="Google Shape;564;p49"/>
            <p:cNvGrpSpPr/>
            <p:nvPr/>
          </p:nvGrpSpPr>
          <p:grpSpPr>
            <a:xfrm>
              <a:off x="1809750" y="1905000"/>
              <a:ext cx="1238400" cy="2286000"/>
              <a:chOff x="1809750" y="1905000"/>
              <a:chExt cx="1238400" cy="2286000"/>
            </a:xfrm>
          </p:grpSpPr>
          <p:sp>
            <p:nvSpPr>
              <p:cNvPr id="565" name="Google Shape;565;p49"/>
              <p:cNvSpPr/>
              <p:nvPr/>
            </p:nvSpPr>
            <p:spPr>
              <a:xfrm>
                <a:off x="1809750" y="1905000"/>
                <a:ext cx="1238400" cy="2286000"/>
              </a:xfrm>
              <a:prstGeom prst="roundRect">
                <a:avLst>
                  <a:gd fmla="val 6153" name="adj"/>
                </a:avLst>
              </a:prstGeom>
              <a:solidFill>
                <a:srgbClr val="00E58E"/>
              </a:solidFill>
              <a:ln cap="flat" cmpd="sng" w="1430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6" name="Google Shape;566;p49"/>
              <p:cNvSpPr txBox="1"/>
              <p:nvPr/>
            </p:nvSpPr>
            <p:spPr>
              <a:xfrm>
                <a:off x="1905000" y="2000250"/>
                <a:ext cx="1047900" cy="209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10">
                    <a:solidFill>
                      <a:srgbClr val="000000"/>
                    </a:solidFill>
                    <a:latin typeface="Space Grotesk"/>
                    <a:ea typeface="Space Grotesk"/>
                    <a:cs typeface="Space Grotesk"/>
                    <a:sym typeface="Space Grotesk"/>
                  </a:rPr>
                  <a:t>02</a:t>
                </a:r>
                <a:endParaRPr b="1" sz="1210">
                  <a:solidFill>
                    <a:srgbClr val="000000"/>
                  </a:solidFill>
                  <a:latin typeface="Space Grotesk"/>
                  <a:ea typeface="Space Grotesk"/>
                  <a:cs typeface="Space Grotesk"/>
                  <a:sym typeface="Space Grotesk"/>
                </a:endParaRPr>
              </a:p>
              <a:p>
                <a:pPr indent="0" lvl="0" marL="0" rtl="0" algn="ctr">
                  <a:spcBef>
                    <a:spcPts val="750"/>
                  </a:spcBef>
                  <a:spcAft>
                    <a:spcPts val="0"/>
                  </a:spcAft>
                  <a:buNone/>
                </a:pPr>
                <a:r>
                  <a:rPr b="1" lang="en" sz="1203">
                    <a:solidFill>
                      <a:srgbClr val="000000"/>
                    </a:solidFill>
                    <a:latin typeface="Space Grotesk"/>
                    <a:ea typeface="Space Grotesk"/>
                    <a:cs typeface="Space Grotesk"/>
                    <a:sym typeface="Space Grotesk"/>
                  </a:rPr>
                  <a:t>Orchestration</a:t>
                </a:r>
                <a:endParaRPr b="1" sz="1203">
                  <a:solidFill>
                    <a:srgbClr val="000000"/>
                  </a:solidFill>
                  <a:latin typeface="Space Grotesk"/>
                  <a:ea typeface="Space Grotesk"/>
                  <a:cs typeface="Space Grotesk"/>
                  <a:sym typeface="Space Grotesk"/>
                </a:endParaRPr>
              </a:p>
              <a:p>
                <a:pPr indent="0" lvl="0" marL="0" rtl="0" algn="ctr">
                  <a:spcBef>
                    <a:spcPts val="375"/>
                  </a:spcBef>
                  <a:spcAft>
                    <a:spcPts val="0"/>
                  </a:spcAft>
                  <a:buNone/>
                </a:pPr>
                <a:r>
                  <a:rPr lang="en" sz="1025">
                    <a:solidFill>
                      <a:srgbClr val="000000"/>
                    </a:solidFill>
                    <a:latin typeface="Space Grotesk"/>
                    <a:ea typeface="Space Grotesk"/>
                    <a:cs typeface="Space Grotesk"/>
                    <a:sym typeface="Space Grotesk"/>
                  </a:rPr>
                  <a:t>Pipeline Coordinator: </a:t>
                </a:r>
                <a:r>
                  <a:rPr lang="en" sz="1025">
                    <a:solidFill>
                      <a:srgbClr val="000000"/>
                    </a:solidFill>
                    <a:latin typeface="Courier New"/>
                    <a:ea typeface="Courier New"/>
                    <a:cs typeface="Courier New"/>
                    <a:sym typeface="Courier New"/>
                  </a:rPr>
                  <a:t>RagOrchestrator</a:t>
                </a:r>
                <a:endParaRPr sz="1025">
                  <a:solidFill>
                    <a:srgbClr val="000000"/>
                  </a:solidFill>
                  <a:latin typeface="Courier New"/>
                  <a:ea typeface="Courier New"/>
                  <a:cs typeface="Courier New"/>
                  <a:sym typeface="Courier New"/>
                </a:endParaRPr>
              </a:p>
            </p:txBody>
          </p:sp>
        </p:grpSp>
        <p:pic>
          <p:nvPicPr>
            <p:cNvPr id="567" name="Google Shape;567;p49"/>
            <p:cNvPicPr preferRelativeResize="0"/>
            <p:nvPr/>
          </p:nvPicPr>
          <p:blipFill rotWithShape="1">
            <a:blip r:embed="rId5">
              <a:alphaModFix/>
            </a:blip>
            <a:srcRect b="0" l="0" r="0" t="0"/>
            <a:stretch/>
          </p:blipFill>
          <p:spPr>
            <a:xfrm>
              <a:off x="3048000" y="2995613"/>
              <a:ext cx="190500" cy="104700"/>
            </a:xfrm>
            <a:prstGeom prst="rect">
              <a:avLst/>
            </a:prstGeom>
            <a:noFill/>
            <a:ln>
              <a:noFill/>
            </a:ln>
          </p:spPr>
        </p:pic>
        <p:grpSp>
          <p:nvGrpSpPr>
            <p:cNvPr id="568" name="Google Shape;568;p49"/>
            <p:cNvGrpSpPr/>
            <p:nvPr/>
          </p:nvGrpSpPr>
          <p:grpSpPr>
            <a:xfrm>
              <a:off x="3238500" y="1905000"/>
              <a:ext cx="1238400" cy="2286000"/>
              <a:chOff x="3238500" y="1905000"/>
              <a:chExt cx="1238400" cy="2286000"/>
            </a:xfrm>
          </p:grpSpPr>
          <p:sp>
            <p:nvSpPr>
              <p:cNvPr id="569" name="Google Shape;569;p49"/>
              <p:cNvSpPr/>
              <p:nvPr/>
            </p:nvSpPr>
            <p:spPr>
              <a:xfrm>
                <a:off x="3238500" y="1905000"/>
                <a:ext cx="1238400" cy="2286000"/>
              </a:xfrm>
              <a:prstGeom prst="roundRect">
                <a:avLst>
                  <a:gd fmla="val 6153" name="adj"/>
                </a:avLst>
              </a:prstGeom>
              <a:solidFill>
                <a:srgbClr val="FFFFFF"/>
              </a:solidFill>
              <a:ln cap="flat" cmpd="sng" w="1430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0" name="Google Shape;570;p49"/>
              <p:cNvSpPr txBox="1"/>
              <p:nvPr/>
            </p:nvSpPr>
            <p:spPr>
              <a:xfrm>
                <a:off x="3333750" y="2000250"/>
                <a:ext cx="1047900" cy="209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20">
                    <a:solidFill>
                      <a:srgbClr val="000000"/>
                    </a:solidFill>
                    <a:latin typeface="Space Grotesk"/>
                    <a:ea typeface="Space Grotesk"/>
                    <a:cs typeface="Space Grotesk"/>
                    <a:sym typeface="Space Grotesk"/>
                  </a:rPr>
                  <a:t>03</a:t>
                </a:r>
                <a:endParaRPr b="1" sz="1220">
                  <a:solidFill>
                    <a:srgbClr val="000000"/>
                  </a:solidFill>
                  <a:latin typeface="Space Grotesk"/>
                  <a:ea typeface="Space Grotesk"/>
                  <a:cs typeface="Space Grotesk"/>
                  <a:sym typeface="Space Grotesk"/>
                </a:endParaRPr>
              </a:p>
              <a:p>
                <a:pPr indent="0" lvl="0" marL="0" rtl="0" algn="ctr">
                  <a:spcBef>
                    <a:spcPts val="750"/>
                  </a:spcBef>
                  <a:spcAft>
                    <a:spcPts val="0"/>
                  </a:spcAft>
                  <a:buNone/>
                </a:pPr>
                <a:r>
                  <a:rPr b="1" lang="en" sz="1205">
                    <a:solidFill>
                      <a:srgbClr val="000000"/>
                    </a:solidFill>
                    <a:latin typeface="Space Grotesk"/>
                    <a:ea typeface="Space Grotesk"/>
                    <a:cs typeface="Space Grotesk"/>
                    <a:sym typeface="Space Grotesk"/>
                  </a:rPr>
                  <a:t>Extraction</a:t>
                </a:r>
                <a:endParaRPr b="1" sz="1205">
                  <a:solidFill>
                    <a:srgbClr val="000000"/>
                  </a:solidFill>
                  <a:latin typeface="Space Grotesk"/>
                  <a:ea typeface="Space Grotesk"/>
                  <a:cs typeface="Space Grotesk"/>
                  <a:sym typeface="Space Grotesk"/>
                </a:endParaRPr>
              </a:p>
              <a:p>
                <a:pPr indent="0" lvl="0" marL="0" rtl="0" algn="ctr">
                  <a:spcBef>
                    <a:spcPts val="375"/>
                  </a:spcBef>
                  <a:spcAft>
                    <a:spcPts val="0"/>
                  </a:spcAft>
                  <a:buNone/>
                </a:pPr>
                <a:r>
                  <a:rPr lang="en" sz="1000">
                    <a:solidFill>
                      <a:srgbClr val="434343"/>
                    </a:solidFill>
                    <a:latin typeface="Space Grotesk"/>
                    <a:ea typeface="Space Grotesk"/>
                    <a:cs typeface="Space Grotesk"/>
                    <a:sym typeface="Space Grotesk"/>
                  </a:rPr>
                  <a:t>Document Parsing: </a:t>
                </a:r>
                <a:r>
                  <a:rPr lang="en" sz="1000">
                    <a:solidFill>
                      <a:srgbClr val="434343"/>
                    </a:solidFill>
                    <a:latin typeface="Courier New"/>
                    <a:ea typeface="Courier New"/>
                    <a:cs typeface="Courier New"/>
                    <a:sym typeface="Courier New"/>
                  </a:rPr>
                  <a:t>DocumentAdapter</a:t>
                </a:r>
                <a:endParaRPr sz="1000">
                  <a:solidFill>
                    <a:srgbClr val="434343"/>
                  </a:solidFill>
                  <a:latin typeface="Courier New"/>
                  <a:ea typeface="Courier New"/>
                  <a:cs typeface="Courier New"/>
                  <a:sym typeface="Courier New"/>
                </a:endParaRPr>
              </a:p>
            </p:txBody>
          </p:sp>
        </p:grpSp>
        <p:pic>
          <p:nvPicPr>
            <p:cNvPr id="571" name="Google Shape;571;p49"/>
            <p:cNvPicPr preferRelativeResize="0"/>
            <p:nvPr/>
          </p:nvPicPr>
          <p:blipFill rotWithShape="1">
            <a:blip r:embed="rId5">
              <a:alphaModFix/>
            </a:blip>
            <a:srcRect b="0" l="0" r="0" t="0"/>
            <a:stretch/>
          </p:blipFill>
          <p:spPr>
            <a:xfrm>
              <a:off x="4476750" y="2995613"/>
              <a:ext cx="190500" cy="104700"/>
            </a:xfrm>
            <a:prstGeom prst="rect">
              <a:avLst/>
            </a:prstGeom>
            <a:noFill/>
            <a:ln>
              <a:noFill/>
            </a:ln>
          </p:spPr>
        </p:pic>
        <p:grpSp>
          <p:nvGrpSpPr>
            <p:cNvPr id="572" name="Google Shape;572;p49"/>
            <p:cNvGrpSpPr/>
            <p:nvPr/>
          </p:nvGrpSpPr>
          <p:grpSpPr>
            <a:xfrm>
              <a:off x="4667250" y="1905000"/>
              <a:ext cx="1238400" cy="2286000"/>
              <a:chOff x="4667250" y="1905000"/>
              <a:chExt cx="1238400" cy="2286000"/>
            </a:xfrm>
          </p:grpSpPr>
          <p:sp>
            <p:nvSpPr>
              <p:cNvPr id="573" name="Google Shape;573;p49"/>
              <p:cNvSpPr/>
              <p:nvPr/>
            </p:nvSpPr>
            <p:spPr>
              <a:xfrm>
                <a:off x="4667250" y="1905000"/>
                <a:ext cx="1238400" cy="2286000"/>
              </a:xfrm>
              <a:prstGeom prst="roundRect">
                <a:avLst>
                  <a:gd fmla="val 6153" name="adj"/>
                </a:avLst>
              </a:prstGeom>
              <a:solidFill>
                <a:srgbClr val="F6B5D3"/>
              </a:solidFill>
              <a:ln cap="flat" cmpd="sng" w="1430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4" name="Google Shape;574;p49"/>
              <p:cNvSpPr txBox="1"/>
              <p:nvPr/>
            </p:nvSpPr>
            <p:spPr>
              <a:xfrm>
                <a:off x="4762500" y="2000250"/>
                <a:ext cx="1047900" cy="209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40">
                    <a:solidFill>
                      <a:srgbClr val="000000"/>
                    </a:solidFill>
                    <a:latin typeface="Space Grotesk"/>
                    <a:ea typeface="Space Grotesk"/>
                    <a:cs typeface="Space Grotesk"/>
                    <a:sym typeface="Space Grotesk"/>
                  </a:rPr>
                  <a:t>04</a:t>
                </a:r>
                <a:endParaRPr b="1" sz="1240">
                  <a:solidFill>
                    <a:srgbClr val="000000"/>
                  </a:solidFill>
                  <a:latin typeface="Space Grotesk"/>
                  <a:ea typeface="Space Grotesk"/>
                  <a:cs typeface="Space Grotesk"/>
                  <a:sym typeface="Space Grotesk"/>
                </a:endParaRPr>
              </a:p>
              <a:p>
                <a:pPr indent="0" lvl="0" marL="0" rtl="0" algn="ctr">
                  <a:spcBef>
                    <a:spcPts val="750"/>
                  </a:spcBef>
                  <a:spcAft>
                    <a:spcPts val="0"/>
                  </a:spcAft>
                  <a:buNone/>
                </a:pPr>
                <a:r>
                  <a:rPr b="1" lang="en" sz="1210">
                    <a:solidFill>
                      <a:srgbClr val="000000"/>
                    </a:solidFill>
                    <a:latin typeface="Space Grotesk"/>
                    <a:ea typeface="Space Grotesk"/>
                    <a:cs typeface="Space Grotesk"/>
                    <a:sym typeface="Space Grotesk"/>
                  </a:rPr>
                  <a:t>Vectorization</a:t>
                </a:r>
                <a:endParaRPr b="1" sz="1210">
                  <a:solidFill>
                    <a:srgbClr val="000000"/>
                  </a:solidFill>
                  <a:latin typeface="Space Grotesk"/>
                  <a:ea typeface="Space Grotesk"/>
                  <a:cs typeface="Space Grotesk"/>
                  <a:sym typeface="Space Grotesk"/>
                </a:endParaRPr>
              </a:p>
              <a:p>
                <a:pPr indent="0" lvl="0" marL="0" rtl="0" algn="ctr">
                  <a:spcBef>
                    <a:spcPts val="375"/>
                  </a:spcBef>
                  <a:spcAft>
                    <a:spcPts val="0"/>
                  </a:spcAft>
                  <a:buNone/>
                </a:pPr>
                <a:r>
                  <a:rPr lang="en" sz="1000">
                    <a:solidFill>
                      <a:srgbClr val="000000"/>
                    </a:solidFill>
                    <a:latin typeface="Courier New"/>
                    <a:ea typeface="Courier New"/>
                    <a:cs typeface="Courier New"/>
                    <a:sym typeface="Courier New"/>
                  </a:rPr>
                  <a:t>EmbeddingServiceImpl </a:t>
                </a:r>
                <a:r>
                  <a:rPr lang="en" sz="1000">
                    <a:solidFill>
                      <a:srgbClr val="000000"/>
                    </a:solidFill>
                    <a:latin typeface="Space Grotesk"/>
                    <a:ea typeface="Space Grotesk"/>
                    <a:cs typeface="Space Grotesk"/>
                    <a:sym typeface="Space Grotesk"/>
                  </a:rPr>
                  <a:t>- Text to float arrays</a:t>
                </a:r>
                <a:endParaRPr sz="1000">
                  <a:solidFill>
                    <a:srgbClr val="000000"/>
                  </a:solidFill>
                  <a:latin typeface="Space Grotesk"/>
                  <a:ea typeface="Space Grotesk"/>
                  <a:cs typeface="Space Grotesk"/>
                  <a:sym typeface="Space Grotesk"/>
                </a:endParaRPr>
              </a:p>
            </p:txBody>
          </p:sp>
        </p:grpSp>
        <p:pic>
          <p:nvPicPr>
            <p:cNvPr id="575" name="Google Shape;575;p49"/>
            <p:cNvPicPr preferRelativeResize="0"/>
            <p:nvPr/>
          </p:nvPicPr>
          <p:blipFill rotWithShape="1">
            <a:blip r:embed="rId5">
              <a:alphaModFix/>
            </a:blip>
            <a:srcRect b="0" l="0" r="0" t="0"/>
            <a:stretch/>
          </p:blipFill>
          <p:spPr>
            <a:xfrm>
              <a:off x="5905500" y="2995613"/>
              <a:ext cx="190500" cy="104700"/>
            </a:xfrm>
            <a:prstGeom prst="rect">
              <a:avLst/>
            </a:prstGeom>
            <a:noFill/>
            <a:ln>
              <a:noFill/>
            </a:ln>
          </p:spPr>
        </p:pic>
        <p:grpSp>
          <p:nvGrpSpPr>
            <p:cNvPr id="576" name="Google Shape;576;p49"/>
            <p:cNvGrpSpPr/>
            <p:nvPr/>
          </p:nvGrpSpPr>
          <p:grpSpPr>
            <a:xfrm>
              <a:off x="6096000" y="1905000"/>
              <a:ext cx="1238400" cy="2286000"/>
              <a:chOff x="6096000" y="1905000"/>
              <a:chExt cx="1238400" cy="2286000"/>
            </a:xfrm>
          </p:grpSpPr>
          <p:sp>
            <p:nvSpPr>
              <p:cNvPr id="577" name="Google Shape;577;p49"/>
              <p:cNvSpPr/>
              <p:nvPr/>
            </p:nvSpPr>
            <p:spPr>
              <a:xfrm>
                <a:off x="6096000" y="1905000"/>
                <a:ext cx="1238400" cy="2286000"/>
              </a:xfrm>
              <a:prstGeom prst="roundRect">
                <a:avLst>
                  <a:gd fmla="val 6153" name="adj"/>
                </a:avLst>
              </a:prstGeom>
              <a:solidFill>
                <a:srgbClr val="FFFFFF"/>
              </a:solidFill>
              <a:ln cap="flat" cmpd="sng" w="1430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8" name="Google Shape;578;p49"/>
              <p:cNvSpPr txBox="1"/>
              <p:nvPr/>
            </p:nvSpPr>
            <p:spPr>
              <a:xfrm>
                <a:off x="6191250" y="2000250"/>
                <a:ext cx="1047900" cy="209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20">
                    <a:solidFill>
                      <a:srgbClr val="000000"/>
                    </a:solidFill>
                    <a:latin typeface="Space Grotesk"/>
                    <a:ea typeface="Space Grotesk"/>
                    <a:cs typeface="Space Grotesk"/>
                    <a:sym typeface="Space Grotesk"/>
                  </a:rPr>
                  <a:t>05</a:t>
                </a:r>
                <a:endParaRPr b="1" sz="1220">
                  <a:solidFill>
                    <a:srgbClr val="000000"/>
                  </a:solidFill>
                  <a:latin typeface="Space Grotesk"/>
                  <a:ea typeface="Space Grotesk"/>
                  <a:cs typeface="Space Grotesk"/>
                  <a:sym typeface="Space Grotesk"/>
                </a:endParaRPr>
              </a:p>
              <a:p>
                <a:pPr indent="0" lvl="0" marL="0" rtl="0" algn="ctr">
                  <a:spcBef>
                    <a:spcPts val="750"/>
                  </a:spcBef>
                  <a:spcAft>
                    <a:spcPts val="0"/>
                  </a:spcAft>
                  <a:buNone/>
                </a:pPr>
                <a:r>
                  <a:rPr b="1" lang="en" sz="1205">
                    <a:solidFill>
                      <a:srgbClr val="000000"/>
                    </a:solidFill>
                    <a:latin typeface="Space Grotesk"/>
                    <a:ea typeface="Space Grotesk"/>
                    <a:cs typeface="Space Grotesk"/>
                    <a:sym typeface="Space Grotesk"/>
                  </a:rPr>
                  <a:t>Storage</a:t>
                </a:r>
                <a:endParaRPr b="1" sz="1205">
                  <a:solidFill>
                    <a:srgbClr val="000000"/>
                  </a:solidFill>
                  <a:latin typeface="Space Grotesk"/>
                  <a:ea typeface="Space Grotesk"/>
                  <a:cs typeface="Space Grotesk"/>
                  <a:sym typeface="Space Grotesk"/>
                </a:endParaRPr>
              </a:p>
              <a:p>
                <a:pPr indent="0" lvl="0" marL="0" rtl="0" algn="ctr">
                  <a:spcBef>
                    <a:spcPts val="375"/>
                  </a:spcBef>
                  <a:spcAft>
                    <a:spcPts val="0"/>
                  </a:spcAft>
                  <a:buNone/>
                </a:pPr>
                <a:r>
                  <a:rPr lang="en" sz="1000">
                    <a:solidFill>
                      <a:srgbClr val="434343"/>
                    </a:solidFill>
                    <a:latin typeface="Courier New"/>
                    <a:ea typeface="Courier New"/>
                    <a:cs typeface="Courier New"/>
                    <a:sym typeface="Courier New"/>
                  </a:rPr>
                  <a:t>SQLiteVectorStore</a:t>
                </a:r>
                <a:r>
                  <a:rPr lang="en" sz="1000">
                    <a:solidFill>
                      <a:srgbClr val="434343"/>
                    </a:solidFill>
                    <a:latin typeface="Space Grotesk"/>
                    <a:ea typeface="Space Grotesk"/>
                    <a:cs typeface="Space Grotesk"/>
                    <a:sym typeface="Space Grotesk"/>
                  </a:rPr>
                  <a:t>: Cosine similarity search</a:t>
                </a:r>
                <a:endParaRPr sz="1000">
                  <a:solidFill>
                    <a:srgbClr val="434343"/>
                  </a:solidFill>
                  <a:latin typeface="Space Grotesk"/>
                  <a:ea typeface="Space Grotesk"/>
                  <a:cs typeface="Space Grotesk"/>
                  <a:sym typeface="Space Grotesk"/>
                </a:endParaRPr>
              </a:p>
            </p:txBody>
          </p:sp>
        </p:grpSp>
        <p:pic>
          <p:nvPicPr>
            <p:cNvPr id="579" name="Google Shape;579;p49"/>
            <p:cNvPicPr preferRelativeResize="0"/>
            <p:nvPr/>
          </p:nvPicPr>
          <p:blipFill rotWithShape="1">
            <a:blip r:embed="rId5">
              <a:alphaModFix/>
            </a:blip>
            <a:srcRect b="0" l="0" r="0" t="0"/>
            <a:stretch/>
          </p:blipFill>
          <p:spPr>
            <a:xfrm>
              <a:off x="7334250" y="2995613"/>
              <a:ext cx="190500" cy="104700"/>
            </a:xfrm>
            <a:prstGeom prst="rect">
              <a:avLst/>
            </a:prstGeom>
            <a:noFill/>
            <a:ln>
              <a:noFill/>
            </a:ln>
          </p:spPr>
        </p:pic>
        <p:grpSp>
          <p:nvGrpSpPr>
            <p:cNvPr id="580" name="Google Shape;580;p49"/>
            <p:cNvGrpSpPr/>
            <p:nvPr/>
          </p:nvGrpSpPr>
          <p:grpSpPr>
            <a:xfrm>
              <a:off x="7524750" y="1905000"/>
              <a:ext cx="1238400" cy="2286000"/>
              <a:chOff x="7524750" y="1905000"/>
              <a:chExt cx="1238400" cy="2286000"/>
            </a:xfrm>
          </p:grpSpPr>
          <p:sp>
            <p:nvSpPr>
              <p:cNvPr id="581" name="Google Shape;581;p49"/>
              <p:cNvSpPr/>
              <p:nvPr/>
            </p:nvSpPr>
            <p:spPr>
              <a:xfrm>
                <a:off x="7524750" y="1905000"/>
                <a:ext cx="1238400" cy="2286000"/>
              </a:xfrm>
              <a:prstGeom prst="roundRect">
                <a:avLst>
                  <a:gd fmla="val 6153" name="adj"/>
                </a:avLst>
              </a:prstGeom>
              <a:solidFill>
                <a:srgbClr val="FFF269"/>
              </a:solidFill>
              <a:ln cap="flat" cmpd="sng" w="1430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2" name="Google Shape;582;p49"/>
              <p:cNvSpPr txBox="1"/>
              <p:nvPr/>
            </p:nvSpPr>
            <p:spPr>
              <a:xfrm>
                <a:off x="7620000" y="2000250"/>
                <a:ext cx="1047900" cy="209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rgbClr val="000000"/>
                    </a:solidFill>
                    <a:latin typeface="Space Grotesk"/>
                    <a:ea typeface="Space Grotesk"/>
                    <a:cs typeface="Space Grotesk"/>
                    <a:sym typeface="Space Grotesk"/>
                  </a:rPr>
                  <a:t>06</a:t>
                </a:r>
                <a:endParaRPr b="1" sz="1200">
                  <a:solidFill>
                    <a:srgbClr val="000000"/>
                  </a:solidFill>
                  <a:latin typeface="Space Grotesk"/>
                  <a:ea typeface="Space Grotesk"/>
                  <a:cs typeface="Space Grotesk"/>
                  <a:sym typeface="Space Grotesk"/>
                </a:endParaRPr>
              </a:p>
              <a:p>
                <a:pPr indent="0" lvl="0" marL="0" rtl="0" algn="ctr">
                  <a:spcBef>
                    <a:spcPts val="750"/>
                  </a:spcBef>
                  <a:spcAft>
                    <a:spcPts val="0"/>
                  </a:spcAft>
                  <a:buNone/>
                </a:pPr>
                <a:r>
                  <a:rPr b="1" lang="en" sz="1200">
                    <a:solidFill>
                      <a:srgbClr val="000000"/>
                    </a:solidFill>
                    <a:latin typeface="Space Grotesk"/>
                    <a:ea typeface="Space Grotesk"/>
                    <a:cs typeface="Space Grotesk"/>
                    <a:sym typeface="Space Grotesk"/>
                  </a:rPr>
                  <a:t>Output</a:t>
                </a:r>
                <a:endParaRPr b="1" sz="1200">
                  <a:solidFill>
                    <a:srgbClr val="000000"/>
                  </a:solidFill>
                  <a:latin typeface="Space Grotesk"/>
                  <a:ea typeface="Space Grotesk"/>
                  <a:cs typeface="Space Grotesk"/>
                  <a:sym typeface="Space Grotesk"/>
                </a:endParaRPr>
              </a:p>
              <a:p>
                <a:pPr indent="0" lvl="0" marL="0" rtl="0" algn="ctr">
                  <a:spcBef>
                    <a:spcPts val="375"/>
                  </a:spcBef>
                  <a:spcAft>
                    <a:spcPts val="0"/>
                  </a:spcAft>
                  <a:buNone/>
                </a:pPr>
                <a:r>
                  <a:rPr lang="en" sz="1000">
                    <a:solidFill>
                      <a:srgbClr val="000000"/>
                    </a:solidFill>
                    <a:latin typeface="Courier New"/>
                    <a:ea typeface="Courier New"/>
                    <a:cs typeface="Courier New"/>
                    <a:sym typeface="Courier New"/>
                  </a:rPr>
                  <a:t>LlmReranker </a:t>
                </a:r>
                <a:r>
                  <a:rPr lang="en" sz="1000">
                    <a:solidFill>
                      <a:srgbClr val="000000"/>
                    </a:solidFill>
                    <a:latin typeface="Space Grotesk"/>
                    <a:ea typeface="Space Grotesk"/>
                    <a:cs typeface="Space Grotesk"/>
                    <a:sym typeface="Space Grotesk"/>
                  </a:rPr>
                  <a:t>&amp; </a:t>
                </a:r>
                <a:r>
                  <a:rPr lang="en" sz="1000">
                    <a:solidFill>
                      <a:srgbClr val="000000"/>
                    </a:solidFill>
                    <a:latin typeface="Courier New"/>
                    <a:ea typeface="Courier New"/>
                    <a:cs typeface="Courier New"/>
                    <a:sym typeface="Courier New"/>
                  </a:rPr>
                  <a:t>ChatService</a:t>
                </a:r>
                <a:r>
                  <a:rPr lang="en" sz="1000">
                    <a:solidFill>
                      <a:srgbClr val="000000"/>
                    </a:solidFill>
                    <a:latin typeface="Space Grotesk"/>
                    <a:ea typeface="Space Grotesk"/>
                    <a:cs typeface="Space Grotesk"/>
                    <a:sym typeface="Space Grotesk"/>
                  </a:rPr>
                  <a:t>: Refines Top-</a:t>
                </a:r>
                <a:r>
                  <a:rPr lang="en" sz="1000">
                    <a:latin typeface="Space Grotesk"/>
                    <a:ea typeface="Space Grotesk"/>
                    <a:cs typeface="Space Grotesk"/>
                    <a:sym typeface="Space Grotesk"/>
                  </a:rPr>
                  <a:t>10 to Top-5, then </a:t>
                </a:r>
                <a:r>
                  <a:rPr lang="en" sz="1000">
                    <a:solidFill>
                      <a:srgbClr val="000000"/>
                    </a:solidFill>
                    <a:latin typeface="Space Grotesk"/>
                    <a:ea typeface="Space Grotesk"/>
                    <a:cs typeface="Space Grotesk"/>
                    <a:sym typeface="Space Grotesk"/>
                  </a:rPr>
                  <a:t>Answers with citations</a:t>
                </a:r>
                <a:endParaRPr sz="1000">
                  <a:solidFill>
                    <a:srgbClr val="000000"/>
                  </a:solidFill>
                  <a:latin typeface="Space Grotesk"/>
                  <a:ea typeface="Space Grotesk"/>
                  <a:cs typeface="Space Grotesk"/>
                  <a:sym typeface="Space Grotesk"/>
                </a:endParaRPr>
              </a:p>
            </p:txBody>
          </p:sp>
        </p:grpSp>
      </p:grpSp>
      <p:pic>
        <p:nvPicPr>
          <p:cNvPr id="583" name="Google Shape;583;p49"/>
          <p:cNvPicPr preferRelativeResize="0"/>
          <p:nvPr/>
        </p:nvPicPr>
        <p:blipFill rotWithShape="1">
          <a:blip r:embed="rId4">
            <a:alphaModFix/>
          </a:blip>
          <a:srcRect b="0" l="0" r="0" t="0"/>
          <a:stretch/>
        </p:blipFill>
        <p:spPr>
          <a:xfrm>
            <a:off x="8382000" y="381000"/>
            <a:ext cx="381000" cy="381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7" name="Shape 587"/>
        <p:cNvGrpSpPr/>
        <p:nvPr/>
      </p:nvGrpSpPr>
      <p:grpSpPr>
        <a:xfrm>
          <a:off x="0" y="0"/>
          <a:ext cx="0" cy="0"/>
          <a:chOff x="0" y="0"/>
          <a:chExt cx="0" cy="0"/>
        </a:xfrm>
      </p:grpSpPr>
      <p:grpSp>
        <p:nvGrpSpPr>
          <p:cNvPr id="588" name="Google Shape;588;p50"/>
          <p:cNvGrpSpPr/>
          <p:nvPr/>
        </p:nvGrpSpPr>
        <p:grpSpPr>
          <a:xfrm>
            <a:off x="381000" y="285750"/>
            <a:ext cx="8382000" cy="657225"/>
            <a:chOff x="381000" y="285750"/>
            <a:chExt cx="8382000" cy="657225"/>
          </a:xfrm>
        </p:grpSpPr>
        <p:sp>
          <p:nvSpPr>
            <p:cNvPr id="589" name="Google Shape;589;p50"/>
            <p:cNvSpPr txBox="1"/>
            <p:nvPr/>
          </p:nvSpPr>
          <p:spPr>
            <a:xfrm>
              <a:off x="381000" y="28575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269"/>
                  </a:solidFill>
                  <a:latin typeface="Space Grotesk"/>
                  <a:ea typeface="Space Grotesk"/>
                  <a:cs typeface="Space Grotesk"/>
                  <a:sym typeface="Space Grotesk"/>
                </a:rPr>
                <a:t>ARCHITECTURE</a:t>
              </a:r>
              <a:endParaRPr b="1" sz="3200">
                <a:solidFill>
                  <a:srgbClr val="FFF269"/>
                </a:solidFill>
                <a:latin typeface="Space Grotesk"/>
                <a:ea typeface="Space Grotesk"/>
                <a:cs typeface="Space Grotesk"/>
                <a:sym typeface="Space Grotesk"/>
              </a:endParaRPr>
            </a:p>
          </p:txBody>
        </p:sp>
        <p:sp>
          <p:nvSpPr>
            <p:cNvPr id="590" name="Google Shape;590;p50"/>
            <p:cNvSpPr/>
            <p:nvPr/>
          </p:nvSpPr>
          <p:spPr>
            <a:xfrm>
              <a:off x="381000" y="904875"/>
              <a:ext cx="1143000" cy="38100"/>
            </a:xfrm>
            <a:prstGeom prst="rect">
              <a:avLst/>
            </a:prstGeom>
            <a:solidFill>
              <a:srgbClr val="FFF2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591" name="Google Shape;591;p50"/>
          <p:cNvPicPr preferRelativeResize="0"/>
          <p:nvPr/>
        </p:nvPicPr>
        <p:blipFill rotWithShape="1">
          <a:blip r:embed="rId4">
            <a:alphaModFix/>
          </a:blip>
          <a:srcRect b="0" l="0" r="0" t="0"/>
          <a:stretch/>
        </p:blipFill>
        <p:spPr>
          <a:xfrm>
            <a:off x="8382075" y="381000"/>
            <a:ext cx="381000" cy="381000"/>
          </a:xfrm>
          <a:prstGeom prst="rect">
            <a:avLst/>
          </a:prstGeom>
          <a:noFill/>
          <a:ln>
            <a:noFill/>
          </a:ln>
        </p:spPr>
      </p:pic>
      <p:grpSp>
        <p:nvGrpSpPr>
          <p:cNvPr id="592" name="Google Shape;592;p50"/>
          <p:cNvGrpSpPr/>
          <p:nvPr/>
        </p:nvGrpSpPr>
        <p:grpSpPr>
          <a:xfrm>
            <a:off x="3429000" y="989849"/>
            <a:ext cx="2286000" cy="666750"/>
            <a:chOff x="3429000" y="1047750"/>
            <a:chExt cx="2286000" cy="666750"/>
          </a:xfrm>
        </p:grpSpPr>
        <p:sp>
          <p:nvSpPr>
            <p:cNvPr id="593" name="Google Shape;593;p50"/>
            <p:cNvSpPr/>
            <p:nvPr/>
          </p:nvSpPr>
          <p:spPr>
            <a:xfrm>
              <a:off x="3429000" y="1047750"/>
              <a:ext cx="2286000" cy="476400"/>
            </a:xfrm>
            <a:prstGeom prst="roundRect">
              <a:avLst>
                <a:gd fmla="val 16000" name="adj"/>
              </a:avLst>
            </a:prstGeom>
            <a:solidFill>
              <a:srgbClr val="1A1A1A"/>
            </a:solidFill>
            <a:ln cap="flat" cmpd="sng" w="14300">
              <a:solidFill>
                <a:srgbClr val="FFF2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4" name="Google Shape;594;p50"/>
            <p:cNvSpPr txBox="1"/>
            <p:nvPr/>
          </p:nvSpPr>
          <p:spPr>
            <a:xfrm>
              <a:off x="3429000" y="1047750"/>
              <a:ext cx="2286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300">
                  <a:solidFill>
                    <a:srgbClr val="E7E7E7"/>
                  </a:solidFill>
                  <a:latin typeface="Space Grotesk"/>
                  <a:ea typeface="Space Grotesk"/>
                  <a:cs typeface="Space Grotesk"/>
                  <a:sym typeface="Space Grotesk"/>
                </a:rPr>
                <a:t>HTTP Client / Browser</a:t>
              </a:r>
              <a:endParaRPr sz="1300">
                <a:solidFill>
                  <a:srgbClr val="E7E7E7"/>
                </a:solidFill>
                <a:latin typeface="Space Grotesk"/>
                <a:ea typeface="Space Grotesk"/>
                <a:cs typeface="Space Grotesk"/>
                <a:sym typeface="Space Grotesk"/>
              </a:endParaRPr>
            </a:p>
          </p:txBody>
        </p:sp>
        <p:pic>
          <p:nvPicPr>
            <p:cNvPr id="595" name="Google Shape;595;p50"/>
            <p:cNvPicPr preferRelativeResize="0"/>
            <p:nvPr/>
          </p:nvPicPr>
          <p:blipFill rotWithShape="1">
            <a:blip r:embed="rId5">
              <a:alphaModFix/>
            </a:blip>
            <a:srcRect b="0" l="0" r="0" t="0"/>
            <a:stretch/>
          </p:blipFill>
          <p:spPr>
            <a:xfrm>
              <a:off x="4562475" y="1524000"/>
              <a:ext cx="19200" cy="190500"/>
            </a:xfrm>
            <a:prstGeom prst="rect">
              <a:avLst/>
            </a:prstGeom>
            <a:noFill/>
            <a:ln>
              <a:noFill/>
            </a:ln>
          </p:spPr>
        </p:pic>
      </p:grpSp>
      <p:grpSp>
        <p:nvGrpSpPr>
          <p:cNvPr id="596" name="Google Shape;596;p50"/>
          <p:cNvGrpSpPr/>
          <p:nvPr/>
        </p:nvGrpSpPr>
        <p:grpSpPr>
          <a:xfrm>
            <a:off x="2667000" y="1656599"/>
            <a:ext cx="3810000" cy="952500"/>
            <a:chOff x="2667000" y="1714500"/>
            <a:chExt cx="3810000" cy="952500"/>
          </a:xfrm>
        </p:grpSpPr>
        <p:sp>
          <p:nvSpPr>
            <p:cNvPr id="597" name="Google Shape;597;p50"/>
            <p:cNvSpPr/>
            <p:nvPr/>
          </p:nvSpPr>
          <p:spPr>
            <a:xfrm>
              <a:off x="2667000" y="1714500"/>
              <a:ext cx="3810000" cy="762000"/>
            </a:xfrm>
            <a:prstGeom prst="roundRect">
              <a:avLst>
                <a:gd fmla="val 12500" name="adj"/>
              </a:avLst>
            </a:prstGeom>
            <a:solidFill>
              <a:srgbClr val="1A1A1A"/>
            </a:solidFill>
            <a:ln cap="flat" cmpd="sng" w="14300">
              <a:solidFill>
                <a:srgbClr val="00E58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8" name="Google Shape;598;p50"/>
            <p:cNvSpPr txBox="1"/>
            <p:nvPr/>
          </p:nvSpPr>
          <p:spPr>
            <a:xfrm>
              <a:off x="2667000" y="1762125"/>
              <a:ext cx="38100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00E58E"/>
                  </a:solidFill>
                  <a:latin typeface="Space Grotesk"/>
                  <a:ea typeface="Space Grotesk"/>
                  <a:cs typeface="Space Grotesk"/>
                  <a:sym typeface="Space Grotesk"/>
                </a:rPr>
                <a:t>Spring Boot REST Layer</a:t>
              </a:r>
              <a:endParaRPr b="1" sz="1400">
                <a:solidFill>
                  <a:srgbClr val="00E58E"/>
                </a:solidFill>
                <a:latin typeface="Space Grotesk"/>
                <a:ea typeface="Space Grotesk"/>
                <a:cs typeface="Space Grotesk"/>
                <a:sym typeface="Space Grotesk"/>
              </a:endParaRPr>
            </a:p>
            <a:p>
              <a:pPr indent="0" lvl="0" marL="0" rtl="0" algn="ctr">
                <a:spcBef>
                  <a:spcPts val="375"/>
                </a:spcBef>
                <a:spcAft>
                  <a:spcPts val="0"/>
                </a:spcAft>
                <a:buNone/>
              </a:pPr>
              <a:r>
                <a:rPr lang="en" sz="1000">
                  <a:solidFill>
                    <a:srgbClr val="E7E7E7"/>
                  </a:solidFill>
                  <a:latin typeface="Courier New"/>
                  <a:ea typeface="Courier New"/>
                  <a:cs typeface="Courier New"/>
                  <a:sym typeface="Courier New"/>
                </a:rPr>
                <a:t>/api/upload | /api/query | /api/stream</a:t>
              </a:r>
              <a:endParaRPr sz="1000">
                <a:solidFill>
                  <a:srgbClr val="E7E7E7"/>
                </a:solidFill>
                <a:latin typeface="Courier New"/>
                <a:ea typeface="Courier New"/>
                <a:cs typeface="Courier New"/>
                <a:sym typeface="Courier New"/>
              </a:endParaRPr>
            </a:p>
            <a:p>
              <a:pPr indent="0" lvl="0" marL="0" rtl="0" algn="ctr">
                <a:spcBef>
                  <a:spcPts val="0"/>
                </a:spcBef>
                <a:spcAft>
                  <a:spcPts val="0"/>
                </a:spcAft>
                <a:buNone/>
              </a:pPr>
              <a:r>
                <a:rPr lang="en" sz="1000">
                  <a:solidFill>
                    <a:srgbClr val="E7E7E7"/>
                  </a:solidFill>
                  <a:latin typeface="Courier New"/>
                  <a:ea typeface="Courier New"/>
                  <a:cs typeface="Courier New"/>
                  <a:sym typeface="Courier New"/>
                </a:rPr>
                <a:t>/api/reset | /api/status | /api/eval</a:t>
              </a:r>
              <a:endParaRPr sz="1000">
                <a:solidFill>
                  <a:srgbClr val="E7E7E7"/>
                </a:solidFill>
                <a:latin typeface="Courier New"/>
                <a:ea typeface="Courier New"/>
                <a:cs typeface="Courier New"/>
                <a:sym typeface="Courier New"/>
              </a:endParaRPr>
            </a:p>
          </p:txBody>
        </p:sp>
        <p:pic>
          <p:nvPicPr>
            <p:cNvPr id="599" name="Google Shape;599;p50"/>
            <p:cNvPicPr preferRelativeResize="0"/>
            <p:nvPr/>
          </p:nvPicPr>
          <p:blipFill rotWithShape="1">
            <a:blip r:embed="rId6">
              <a:alphaModFix/>
            </a:blip>
            <a:srcRect b="0" l="0" r="0" t="0"/>
            <a:stretch/>
          </p:blipFill>
          <p:spPr>
            <a:xfrm>
              <a:off x="4562475" y="2476500"/>
              <a:ext cx="19200" cy="190500"/>
            </a:xfrm>
            <a:prstGeom prst="rect">
              <a:avLst/>
            </a:prstGeom>
            <a:noFill/>
            <a:ln>
              <a:noFill/>
            </a:ln>
          </p:spPr>
        </p:pic>
      </p:grpSp>
      <p:grpSp>
        <p:nvGrpSpPr>
          <p:cNvPr id="600" name="Google Shape;600;p50"/>
          <p:cNvGrpSpPr/>
          <p:nvPr/>
        </p:nvGrpSpPr>
        <p:grpSpPr>
          <a:xfrm>
            <a:off x="1704975" y="2609099"/>
            <a:ext cx="5734125" cy="952650"/>
            <a:chOff x="1704975" y="2667000"/>
            <a:chExt cx="5734125" cy="952650"/>
          </a:xfrm>
        </p:grpSpPr>
        <p:sp>
          <p:nvSpPr>
            <p:cNvPr id="601" name="Google Shape;601;p50"/>
            <p:cNvSpPr/>
            <p:nvPr/>
          </p:nvSpPr>
          <p:spPr>
            <a:xfrm>
              <a:off x="3143250" y="2667000"/>
              <a:ext cx="2857500" cy="666900"/>
            </a:xfrm>
            <a:prstGeom prst="roundRect">
              <a:avLst>
                <a:gd fmla="val 14285" name="adj"/>
              </a:avLst>
            </a:prstGeom>
            <a:solidFill>
              <a:srgbClr val="1A1A1A"/>
            </a:solidFill>
            <a:ln cap="flat" cmpd="sng" w="19050">
              <a:solidFill>
                <a:srgbClr val="FFF2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2" name="Google Shape;602;p50"/>
            <p:cNvSpPr txBox="1"/>
            <p:nvPr/>
          </p:nvSpPr>
          <p:spPr>
            <a:xfrm>
              <a:off x="3143250" y="2714625"/>
              <a:ext cx="2857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500">
                  <a:solidFill>
                    <a:srgbClr val="FFF269"/>
                  </a:solidFill>
                  <a:latin typeface="Space Grotesk"/>
                  <a:ea typeface="Space Grotesk"/>
                  <a:cs typeface="Space Grotesk"/>
                  <a:sym typeface="Space Grotesk"/>
                </a:rPr>
                <a:t>RagOrchestrator</a:t>
              </a:r>
              <a:endParaRPr b="1" sz="1500">
                <a:solidFill>
                  <a:srgbClr val="FFF269"/>
                </a:solidFill>
                <a:latin typeface="Space Grotesk"/>
                <a:ea typeface="Space Grotesk"/>
                <a:cs typeface="Space Grotesk"/>
                <a:sym typeface="Space Grotesk"/>
              </a:endParaRPr>
            </a:p>
            <a:p>
              <a:pPr indent="0" lvl="0" marL="0" rtl="0" algn="ctr">
                <a:spcBef>
                  <a:spcPts val="300"/>
                </a:spcBef>
                <a:spcAft>
                  <a:spcPts val="0"/>
                </a:spcAft>
                <a:buNone/>
              </a:pPr>
              <a:r>
                <a:rPr lang="en" sz="1100">
                  <a:solidFill>
                    <a:srgbClr val="E7E7E7"/>
                  </a:solidFill>
                  <a:latin typeface="Space Grotesk"/>
                  <a:ea typeface="Space Grotesk"/>
                  <a:cs typeface="Space Grotesk"/>
                  <a:sym typeface="Space Grotesk"/>
                </a:rPr>
                <a:t>index flow / query flow</a:t>
              </a:r>
              <a:endParaRPr sz="1100">
                <a:solidFill>
                  <a:srgbClr val="E7E7E7"/>
                </a:solidFill>
                <a:latin typeface="Space Grotesk"/>
                <a:ea typeface="Space Grotesk"/>
                <a:cs typeface="Space Grotesk"/>
                <a:sym typeface="Space Grotesk"/>
              </a:endParaRPr>
            </a:p>
          </p:txBody>
        </p:sp>
        <p:pic>
          <p:nvPicPr>
            <p:cNvPr id="603" name="Google Shape;603;p50"/>
            <p:cNvPicPr preferRelativeResize="0"/>
            <p:nvPr/>
          </p:nvPicPr>
          <p:blipFill rotWithShape="1">
            <a:blip r:embed="rId7">
              <a:alphaModFix/>
            </a:blip>
            <a:srcRect b="0" l="0" r="0" t="0"/>
            <a:stretch/>
          </p:blipFill>
          <p:spPr>
            <a:xfrm>
              <a:off x="1704975" y="3333750"/>
              <a:ext cx="2876700" cy="285900"/>
            </a:xfrm>
            <a:prstGeom prst="rect">
              <a:avLst/>
            </a:prstGeom>
            <a:noFill/>
            <a:ln>
              <a:noFill/>
            </a:ln>
          </p:spPr>
        </p:pic>
        <p:pic>
          <p:nvPicPr>
            <p:cNvPr id="604" name="Google Shape;604;p50"/>
            <p:cNvPicPr preferRelativeResize="0"/>
            <p:nvPr/>
          </p:nvPicPr>
          <p:blipFill rotWithShape="1">
            <a:blip r:embed="rId8">
              <a:alphaModFix/>
            </a:blip>
            <a:srcRect b="0" l="0" r="0" t="0"/>
            <a:stretch/>
          </p:blipFill>
          <p:spPr>
            <a:xfrm>
              <a:off x="4562475" y="3476625"/>
              <a:ext cx="19200" cy="142800"/>
            </a:xfrm>
            <a:prstGeom prst="rect">
              <a:avLst/>
            </a:prstGeom>
            <a:noFill/>
            <a:ln>
              <a:noFill/>
            </a:ln>
          </p:spPr>
        </p:pic>
        <p:pic>
          <p:nvPicPr>
            <p:cNvPr id="605" name="Google Shape;605;p50"/>
            <p:cNvPicPr preferRelativeResize="0"/>
            <p:nvPr/>
          </p:nvPicPr>
          <p:blipFill rotWithShape="1">
            <a:blip r:embed="rId9">
              <a:alphaModFix/>
            </a:blip>
            <a:srcRect b="0" l="0" r="0" t="0"/>
            <a:stretch/>
          </p:blipFill>
          <p:spPr>
            <a:xfrm>
              <a:off x="4572000" y="3467100"/>
              <a:ext cx="2867100" cy="152400"/>
            </a:xfrm>
            <a:prstGeom prst="rect">
              <a:avLst/>
            </a:prstGeom>
            <a:noFill/>
            <a:ln>
              <a:noFill/>
            </a:ln>
          </p:spPr>
        </p:pic>
      </p:grpSp>
      <p:grpSp>
        <p:nvGrpSpPr>
          <p:cNvPr id="606" name="Google Shape;606;p50"/>
          <p:cNvGrpSpPr/>
          <p:nvPr/>
        </p:nvGrpSpPr>
        <p:grpSpPr>
          <a:xfrm>
            <a:off x="762000" y="3561599"/>
            <a:ext cx="7620000" cy="1095300"/>
            <a:chOff x="762000" y="3619500"/>
            <a:chExt cx="7620000" cy="1095300"/>
          </a:xfrm>
        </p:grpSpPr>
        <p:grpSp>
          <p:nvGrpSpPr>
            <p:cNvPr id="607" name="Google Shape;607;p50"/>
            <p:cNvGrpSpPr/>
            <p:nvPr/>
          </p:nvGrpSpPr>
          <p:grpSpPr>
            <a:xfrm>
              <a:off x="762000" y="3619500"/>
              <a:ext cx="1905000" cy="809700"/>
              <a:chOff x="762000" y="3619500"/>
              <a:chExt cx="1905000" cy="809700"/>
            </a:xfrm>
          </p:grpSpPr>
          <p:sp>
            <p:nvSpPr>
              <p:cNvPr id="608" name="Google Shape;608;p50"/>
              <p:cNvSpPr/>
              <p:nvPr/>
            </p:nvSpPr>
            <p:spPr>
              <a:xfrm>
                <a:off x="762000" y="3619500"/>
                <a:ext cx="1905000" cy="809700"/>
              </a:xfrm>
              <a:prstGeom prst="roundRect">
                <a:avLst>
                  <a:gd fmla="val 9411" name="adj"/>
                </a:avLst>
              </a:prstGeom>
              <a:solidFill>
                <a:srgbClr val="1A1A1A"/>
              </a:solidFill>
              <a:ln cap="flat" cmpd="sng" w="14300">
                <a:solidFill>
                  <a:srgbClr val="F6B5D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9" name="Google Shape;609;p50"/>
              <p:cNvSpPr txBox="1"/>
              <p:nvPr/>
            </p:nvSpPr>
            <p:spPr>
              <a:xfrm>
                <a:off x="762000" y="3667125"/>
                <a:ext cx="1905000" cy="71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300">
                    <a:solidFill>
                      <a:srgbClr val="F6B5D3"/>
                    </a:solidFill>
                    <a:latin typeface="Space Grotesk"/>
                    <a:ea typeface="Space Grotesk"/>
                    <a:cs typeface="Space Grotesk"/>
                    <a:sym typeface="Space Grotesk"/>
                  </a:rPr>
                  <a:t>DocumentAdapter</a:t>
                </a:r>
                <a:endParaRPr b="1" sz="1300">
                  <a:solidFill>
                    <a:srgbClr val="F6B5D3"/>
                  </a:solidFill>
                  <a:latin typeface="Space Grotesk"/>
                  <a:ea typeface="Space Grotesk"/>
                  <a:cs typeface="Space Grotesk"/>
                  <a:sym typeface="Space Grotesk"/>
                </a:endParaRPr>
              </a:p>
              <a:p>
                <a:pPr indent="0" lvl="0" marL="0" rtl="0" algn="ctr">
                  <a:spcBef>
                    <a:spcPts val="375"/>
                  </a:spcBef>
                  <a:spcAft>
                    <a:spcPts val="0"/>
                  </a:spcAft>
                  <a:buNone/>
                </a:pPr>
                <a:r>
                  <a:rPr lang="en" sz="1000">
                    <a:solidFill>
                      <a:srgbClr val="E7E7E7"/>
                    </a:solidFill>
                    <a:latin typeface="Space Grotesk"/>
                    <a:ea typeface="Space Grotesk"/>
                    <a:cs typeface="Space Grotesk"/>
                    <a:sym typeface="Space Grotesk"/>
                  </a:rPr>
                  <a:t>(parse + chunk)</a:t>
                </a:r>
                <a:endParaRPr sz="1000">
                  <a:solidFill>
                    <a:srgbClr val="E7E7E7"/>
                  </a:solidFill>
                  <a:latin typeface="Space Grotesk"/>
                  <a:ea typeface="Space Grotesk"/>
                  <a:cs typeface="Space Grotesk"/>
                  <a:sym typeface="Space Grotesk"/>
                </a:endParaRPr>
              </a:p>
            </p:txBody>
          </p:sp>
        </p:grpSp>
        <p:grpSp>
          <p:nvGrpSpPr>
            <p:cNvPr id="610" name="Google Shape;610;p50"/>
            <p:cNvGrpSpPr/>
            <p:nvPr/>
          </p:nvGrpSpPr>
          <p:grpSpPr>
            <a:xfrm>
              <a:off x="3619500" y="3619500"/>
              <a:ext cx="1905000" cy="809700"/>
              <a:chOff x="3619500" y="3619500"/>
              <a:chExt cx="1905000" cy="809700"/>
            </a:xfrm>
          </p:grpSpPr>
          <p:sp>
            <p:nvSpPr>
              <p:cNvPr id="611" name="Google Shape;611;p50"/>
              <p:cNvSpPr/>
              <p:nvPr/>
            </p:nvSpPr>
            <p:spPr>
              <a:xfrm>
                <a:off x="3619500" y="3619500"/>
                <a:ext cx="1905000" cy="809700"/>
              </a:xfrm>
              <a:prstGeom prst="roundRect">
                <a:avLst>
                  <a:gd fmla="val 9411" name="adj"/>
                </a:avLst>
              </a:prstGeom>
              <a:solidFill>
                <a:srgbClr val="1A1A1A"/>
              </a:solidFill>
              <a:ln cap="flat" cmpd="sng" w="14300">
                <a:solidFill>
                  <a:srgbClr val="00E58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2" name="Google Shape;612;p50"/>
              <p:cNvSpPr txBox="1"/>
              <p:nvPr/>
            </p:nvSpPr>
            <p:spPr>
              <a:xfrm>
                <a:off x="3619500" y="3667125"/>
                <a:ext cx="1905000" cy="71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300">
                    <a:solidFill>
                      <a:srgbClr val="00E58E"/>
                    </a:solidFill>
                    <a:latin typeface="Space Grotesk"/>
                    <a:ea typeface="Space Grotesk"/>
                    <a:cs typeface="Space Grotesk"/>
                    <a:sym typeface="Space Grotesk"/>
                  </a:rPr>
                  <a:t>VectorStore</a:t>
                </a:r>
                <a:endParaRPr b="1" sz="1300">
                  <a:solidFill>
                    <a:srgbClr val="00E58E"/>
                  </a:solidFill>
                  <a:latin typeface="Space Grotesk"/>
                  <a:ea typeface="Space Grotesk"/>
                  <a:cs typeface="Space Grotesk"/>
                  <a:sym typeface="Space Grotesk"/>
                </a:endParaRPr>
              </a:p>
              <a:p>
                <a:pPr indent="0" lvl="0" marL="0" rtl="0" algn="ctr">
                  <a:spcBef>
                    <a:spcPts val="375"/>
                  </a:spcBef>
                  <a:spcAft>
                    <a:spcPts val="0"/>
                  </a:spcAft>
                  <a:buNone/>
                </a:pPr>
                <a:r>
                  <a:rPr lang="en" sz="900">
                    <a:solidFill>
                      <a:srgbClr val="E7E7E7"/>
                    </a:solidFill>
                    <a:latin typeface="Space Grotesk"/>
                    <a:ea typeface="Space Grotesk"/>
                    <a:cs typeface="Space Grotesk"/>
                    <a:sym typeface="Space Grotesk"/>
                  </a:rPr>
                  <a:t>(embed + store + search)</a:t>
                </a:r>
                <a:endParaRPr sz="900">
                  <a:solidFill>
                    <a:srgbClr val="E7E7E7"/>
                  </a:solidFill>
                  <a:latin typeface="Space Grotesk"/>
                  <a:ea typeface="Space Grotesk"/>
                  <a:cs typeface="Space Grotesk"/>
                  <a:sym typeface="Space Grotesk"/>
                </a:endParaRPr>
              </a:p>
            </p:txBody>
          </p:sp>
        </p:grpSp>
        <p:grpSp>
          <p:nvGrpSpPr>
            <p:cNvPr id="613" name="Google Shape;613;p50"/>
            <p:cNvGrpSpPr/>
            <p:nvPr/>
          </p:nvGrpSpPr>
          <p:grpSpPr>
            <a:xfrm>
              <a:off x="6477000" y="3619500"/>
              <a:ext cx="1905000" cy="1095300"/>
              <a:chOff x="6477000" y="3619500"/>
              <a:chExt cx="1905000" cy="1095300"/>
            </a:xfrm>
          </p:grpSpPr>
          <p:sp>
            <p:nvSpPr>
              <p:cNvPr id="614" name="Google Shape;614;p50"/>
              <p:cNvSpPr/>
              <p:nvPr/>
            </p:nvSpPr>
            <p:spPr>
              <a:xfrm>
                <a:off x="6477000" y="3619500"/>
                <a:ext cx="1905000" cy="1095300"/>
              </a:xfrm>
              <a:prstGeom prst="roundRect">
                <a:avLst>
                  <a:gd fmla="val 6956" name="adj"/>
                </a:avLst>
              </a:prstGeom>
              <a:solidFill>
                <a:srgbClr val="1A1A1A"/>
              </a:solidFill>
              <a:ln cap="flat" cmpd="sng" w="14300">
                <a:solidFill>
                  <a:srgbClr val="FFF2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5" name="Google Shape;615;p50"/>
              <p:cNvSpPr txBox="1"/>
              <p:nvPr/>
            </p:nvSpPr>
            <p:spPr>
              <a:xfrm>
                <a:off x="6477000" y="3667125"/>
                <a:ext cx="1905000" cy="1000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300">
                    <a:solidFill>
                      <a:srgbClr val="FFF269"/>
                    </a:solidFill>
                    <a:latin typeface="Space Grotesk"/>
                    <a:ea typeface="Space Grotesk"/>
                    <a:cs typeface="Space Grotesk"/>
                    <a:sym typeface="Space Grotesk"/>
                  </a:rPr>
                  <a:t>ChatService</a:t>
                </a:r>
                <a:endParaRPr b="1" sz="1300">
                  <a:solidFill>
                    <a:srgbClr val="FFF269"/>
                  </a:solidFill>
                  <a:latin typeface="Space Grotesk"/>
                  <a:ea typeface="Space Grotesk"/>
                  <a:cs typeface="Space Grotesk"/>
                  <a:sym typeface="Space Grotesk"/>
                </a:endParaRPr>
              </a:p>
              <a:p>
                <a:pPr indent="0" lvl="0" marL="0" rtl="0" algn="ctr">
                  <a:spcBef>
                    <a:spcPts val="225"/>
                  </a:spcBef>
                  <a:spcAft>
                    <a:spcPts val="0"/>
                  </a:spcAft>
                  <a:buNone/>
                </a:pPr>
                <a:r>
                  <a:rPr lang="en" sz="900">
                    <a:solidFill>
                      <a:srgbClr val="E7E7E7"/>
                    </a:solidFill>
                    <a:latin typeface="Space Grotesk"/>
                    <a:ea typeface="Space Grotesk"/>
                    <a:cs typeface="Space Grotesk"/>
                    <a:sym typeface="Space Grotesk"/>
                  </a:rPr>
                  <a:t>(GPT-4o-mini)</a:t>
                </a:r>
                <a:endParaRPr sz="900">
                  <a:solidFill>
                    <a:srgbClr val="E7E7E7"/>
                  </a:solidFill>
                  <a:latin typeface="Space Grotesk"/>
                  <a:ea typeface="Space Grotesk"/>
                  <a:cs typeface="Space Grotesk"/>
                  <a:sym typeface="Space Grotesk"/>
                </a:endParaRPr>
              </a:p>
              <a:p>
                <a:pPr indent="0" lvl="0" marL="0" rtl="0" algn="ctr">
                  <a:spcBef>
                    <a:spcPts val="600"/>
                  </a:spcBef>
                  <a:spcAft>
                    <a:spcPts val="0"/>
                  </a:spcAft>
                  <a:buNone/>
                </a:pPr>
                <a:r>
                  <a:rPr b="1" lang="en" sz="1000">
                    <a:solidFill>
                      <a:srgbClr val="00E58E"/>
                    </a:solidFill>
                    <a:latin typeface="Space Grotesk"/>
                    <a:ea typeface="Space Grotesk"/>
                    <a:cs typeface="Space Grotesk"/>
                    <a:sym typeface="Space Grotesk"/>
                  </a:rPr>
                  <a:t>LlmReranker</a:t>
                </a:r>
                <a:endParaRPr b="1" sz="1000">
                  <a:solidFill>
                    <a:srgbClr val="00E58E"/>
                  </a:solidFill>
                  <a:latin typeface="Space Grotesk"/>
                  <a:ea typeface="Space Grotesk"/>
                  <a:cs typeface="Space Grotesk"/>
                  <a:sym typeface="Space Grotesk"/>
                </a:endParaRPr>
              </a:p>
              <a:p>
                <a:pPr indent="0" lvl="0" marL="0" rtl="0" algn="ctr">
                  <a:spcBef>
                    <a:spcPts val="0"/>
                  </a:spcBef>
                  <a:spcAft>
                    <a:spcPts val="0"/>
                  </a:spcAft>
                  <a:buNone/>
                </a:pPr>
                <a:r>
                  <a:rPr lang="en" sz="800">
                    <a:solidFill>
                      <a:srgbClr val="E7E7E7"/>
                    </a:solidFill>
                    <a:latin typeface="Space Grotesk"/>
                    <a:ea typeface="Space Grotesk"/>
                    <a:cs typeface="Space Grotesk"/>
                    <a:sym typeface="Space Grotesk"/>
                  </a:rPr>
                  <a:t>(re-rank top-10 → top-5)</a:t>
                </a:r>
                <a:endParaRPr sz="800">
                  <a:solidFill>
                    <a:srgbClr val="E7E7E7"/>
                  </a:solidFill>
                  <a:latin typeface="Space Grotesk"/>
                  <a:ea typeface="Space Grotesk"/>
                  <a:cs typeface="Space Grotesk"/>
                  <a:sym typeface="Space Grotesk"/>
                </a:endParaRPr>
              </a:p>
            </p:txBody>
          </p:sp>
        </p:grpSp>
      </p:grpSp>
      <p:grpSp>
        <p:nvGrpSpPr>
          <p:cNvPr id="616" name="Google Shape;616;p50"/>
          <p:cNvGrpSpPr/>
          <p:nvPr/>
        </p:nvGrpSpPr>
        <p:grpSpPr>
          <a:xfrm>
            <a:off x="381000" y="4736677"/>
            <a:ext cx="8477250" cy="476400"/>
            <a:chOff x="381000" y="4736677"/>
            <a:chExt cx="8477250" cy="476400"/>
          </a:xfrm>
        </p:grpSpPr>
        <p:sp>
          <p:nvSpPr>
            <p:cNvPr id="617" name="Google Shape;617;p50"/>
            <p:cNvSpPr txBox="1"/>
            <p:nvPr/>
          </p:nvSpPr>
          <p:spPr>
            <a:xfrm>
              <a:off x="381000" y="4736677"/>
              <a:ext cx="4191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FFF269"/>
                  </a:solidFill>
                  <a:latin typeface="Space Grotesk"/>
                  <a:ea typeface="Space Grotesk"/>
                  <a:cs typeface="Space Grotesk"/>
                  <a:sym typeface="Space Grotesk"/>
                </a:rPr>
                <a:t>Index flow:</a:t>
              </a:r>
              <a:r>
                <a:rPr lang="en" sz="900">
                  <a:solidFill>
                    <a:srgbClr val="E7E7E7"/>
                  </a:solidFill>
                  <a:latin typeface="Space Grotesk"/>
                  <a:ea typeface="Space Grotesk"/>
                  <a:cs typeface="Space Grotesk"/>
                  <a:sym typeface="Space Grotesk"/>
                </a:rPr>
                <a:t> upload → DocumentAdapter (parse + chunk) → VectorStore (embed + store)</a:t>
              </a:r>
              <a:endParaRPr sz="900">
                <a:solidFill>
                  <a:srgbClr val="E7E7E7"/>
                </a:solidFill>
                <a:latin typeface="Space Grotesk"/>
                <a:ea typeface="Space Grotesk"/>
                <a:cs typeface="Space Grotesk"/>
                <a:sym typeface="Space Grotesk"/>
              </a:endParaRPr>
            </a:p>
          </p:txBody>
        </p:sp>
        <p:sp>
          <p:nvSpPr>
            <p:cNvPr id="618" name="Google Shape;618;p50"/>
            <p:cNvSpPr txBox="1"/>
            <p:nvPr/>
          </p:nvSpPr>
          <p:spPr>
            <a:xfrm>
              <a:off x="4667250" y="4736677"/>
              <a:ext cx="4191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0E58E"/>
                  </a:solidFill>
                  <a:latin typeface="Space Grotesk"/>
                  <a:ea typeface="Space Grotesk"/>
                  <a:cs typeface="Space Grotesk"/>
                  <a:sym typeface="Space Grotesk"/>
                </a:rPr>
                <a:t>Query flow:</a:t>
              </a:r>
              <a:r>
                <a:rPr lang="en" sz="900">
                  <a:solidFill>
                    <a:srgbClr val="E7E7E7"/>
                  </a:solidFill>
                  <a:latin typeface="Space Grotesk"/>
                  <a:ea typeface="Space Grotesk"/>
                  <a:cs typeface="Space Grotesk"/>
                  <a:sym typeface="Space Grotesk"/>
                </a:rPr>
                <a:t> question → VectorStore (search top-10) → LlmReranker (re-rank → top-5) → ChatService (generate) → answer + sources</a:t>
              </a:r>
              <a:endParaRPr sz="900">
                <a:solidFill>
                  <a:srgbClr val="E7E7E7"/>
                </a:solidFill>
                <a:latin typeface="Space Grotesk"/>
                <a:ea typeface="Space Grotesk"/>
                <a:cs typeface="Space Grotesk"/>
                <a:sym typeface="Space Grotesk"/>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7"/>
        </a:solidFill>
      </p:bgPr>
    </p:bg>
    <p:spTree>
      <p:nvGrpSpPr>
        <p:cNvPr id="621" name="Shape 621"/>
        <p:cNvGrpSpPr/>
        <p:nvPr/>
      </p:nvGrpSpPr>
      <p:grpSpPr>
        <a:xfrm>
          <a:off x="0" y="0"/>
          <a:ext cx="0" cy="0"/>
          <a:chOff x="0" y="0"/>
          <a:chExt cx="0" cy="0"/>
        </a:xfrm>
      </p:grpSpPr>
      <p:grpSp>
        <p:nvGrpSpPr>
          <p:cNvPr id="622" name="Google Shape;622;p51"/>
          <p:cNvGrpSpPr/>
          <p:nvPr/>
        </p:nvGrpSpPr>
        <p:grpSpPr>
          <a:xfrm>
            <a:off x="381000" y="285750"/>
            <a:ext cx="8382000" cy="847725"/>
            <a:chOff x="381000" y="285750"/>
            <a:chExt cx="8382000" cy="847725"/>
          </a:xfrm>
        </p:grpSpPr>
        <p:sp>
          <p:nvSpPr>
            <p:cNvPr id="623" name="Google Shape;623;p51"/>
            <p:cNvSpPr txBox="1"/>
            <p:nvPr/>
          </p:nvSpPr>
          <p:spPr>
            <a:xfrm>
              <a:off x="381000" y="28575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3800">
                  <a:latin typeface="Space Grotesk"/>
                  <a:ea typeface="Space Grotesk"/>
                  <a:cs typeface="Space Grotesk"/>
                  <a:sym typeface="Space Grotesk"/>
                </a:rPr>
                <a:t>THE ABSTRACTION</a:t>
              </a:r>
              <a:endParaRPr sz="3800">
                <a:latin typeface="Space Grotesk"/>
                <a:ea typeface="Space Grotesk"/>
                <a:cs typeface="Space Grotesk"/>
                <a:sym typeface="Space Grotesk"/>
              </a:endParaRPr>
            </a:p>
          </p:txBody>
        </p:sp>
        <p:sp>
          <p:nvSpPr>
            <p:cNvPr id="624" name="Google Shape;624;p51"/>
            <p:cNvSpPr/>
            <p:nvPr/>
          </p:nvSpPr>
          <p:spPr>
            <a:xfrm>
              <a:off x="381000" y="1095375"/>
              <a:ext cx="1143000" cy="38100"/>
            </a:xfrm>
            <a:prstGeom prst="rect">
              <a:avLst/>
            </a:prstGeom>
            <a:solidFill>
              <a:srgbClr val="00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25" name="Google Shape;625;p51"/>
          <p:cNvSpPr/>
          <p:nvPr/>
        </p:nvSpPr>
        <p:spPr>
          <a:xfrm>
            <a:off x="381000" y="1428750"/>
            <a:ext cx="8382000" cy="3238500"/>
          </a:xfrm>
          <a:prstGeom prst="roundRect">
            <a:avLst>
              <a:gd fmla="val 3529"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26" name="Google Shape;626;p51"/>
          <p:cNvGrpSpPr/>
          <p:nvPr/>
        </p:nvGrpSpPr>
        <p:grpSpPr>
          <a:xfrm>
            <a:off x="571500" y="1714500"/>
            <a:ext cx="3810000" cy="2667000"/>
            <a:chOff x="0" y="0"/>
            <a:chExt cx="3810000" cy="2667000"/>
          </a:xfrm>
        </p:grpSpPr>
        <p:sp>
          <p:nvSpPr>
            <p:cNvPr id="627" name="Google Shape;627;p51"/>
            <p:cNvSpPr/>
            <p:nvPr/>
          </p:nvSpPr>
          <p:spPr>
            <a:xfrm>
              <a:off x="0" y="0"/>
              <a:ext cx="3810000" cy="2667000"/>
            </a:xfrm>
            <a:prstGeom prst="roundRect">
              <a:avLst>
                <a:gd fmla="val 2857"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8" name="Google Shape;628;p51"/>
            <p:cNvSpPr txBox="1"/>
            <p:nvPr/>
          </p:nvSpPr>
          <p:spPr>
            <a:xfrm>
              <a:off x="190500" y="142875"/>
              <a:ext cx="3429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00E58E"/>
                  </a:solidFill>
                  <a:latin typeface="Space Grotesk"/>
                  <a:ea typeface="Space Grotesk"/>
                  <a:cs typeface="Space Grotesk"/>
                  <a:sym typeface="Space Grotesk"/>
                </a:rPr>
                <a:t>Orchestrator's Reality</a:t>
              </a:r>
              <a:endParaRPr b="1" sz="1600">
                <a:solidFill>
                  <a:srgbClr val="00E58E"/>
                </a:solidFill>
                <a:latin typeface="Space Grotesk"/>
                <a:ea typeface="Space Grotesk"/>
                <a:cs typeface="Space Grotesk"/>
                <a:sym typeface="Space Grotesk"/>
              </a:endParaRPr>
            </a:p>
          </p:txBody>
        </p:sp>
        <p:sp>
          <p:nvSpPr>
            <p:cNvPr id="629" name="Google Shape;629;p51"/>
            <p:cNvSpPr txBox="1"/>
            <p:nvPr/>
          </p:nvSpPr>
          <p:spPr>
            <a:xfrm>
              <a:off x="190500" y="571500"/>
              <a:ext cx="34290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100">
                  <a:solidFill>
                    <a:srgbClr val="FFFFFF"/>
                  </a:solidFill>
                  <a:latin typeface="Space Grotesk"/>
                  <a:ea typeface="Space Grotesk"/>
                  <a:cs typeface="Space Grotesk"/>
                  <a:sym typeface="Space Grotesk"/>
                </a:rPr>
                <a:t>The coordinator operates in a "pure" domain. It has no idea OpenAI or SQLite exist.</a:t>
              </a:r>
              <a:endParaRPr sz="1100">
                <a:solidFill>
                  <a:srgbClr val="FFFFFF"/>
                </a:solidFill>
                <a:latin typeface="Space Grotesk"/>
                <a:ea typeface="Space Grotesk"/>
                <a:cs typeface="Space Grotesk"/>
                <a:sym typeface="Space Grotesk"/>
              </a:endParaRPr>
            </a:p>
            <a:p>
              <a:pPr indent="0" lvl="0" marL="0" rtl="0" algn="l">
                <a:spcBef>
                  <a:spcPts val="1125"/>
                </a:spcBef>
                <a:spcAft>
                  <a:spcPts val="0"/>
                </a:spcAft>
                <a:buNone/>
              </a:pPr>
              <a:r>
                <a:rPr b="1" lang="en" sz="1050">
                  <a:solidFill>
                    <a:srgbClr val="FFFFFF"/>
                  </a:solidFill>
                  <a:latin typeface="Courier New"/>
                  <a:ea typeface="Courier New"/>
                  <a:cs typeface="Courier New"/>
                  <a:sym typeface="Courier New"/>
                </a:rPr>
                <a:t>embeddingService.embed(text)</a:t>
              </a:r>
              <a:endParaRPr b="1" sz="1050">
                <a:solidFill>
                  <a:srgbClr val="FFFFFF"/>
                </a:solidFill>
                <a:latin typeface="Courier New"/>
                <a:ea typeface="Courier New"/>
                <a:cs typeface="Courier New"/>
                <a:sym typeface="Courier New"/>
              </a:endParaRPr>
            </a:p>
            <a:p>
              <a:pPr indent="0" lvl="0" marL="0" rtl="0" algn="l">
                <a:spcBef>
                  <a:spcPts val="600"/>
                </a:spcBef>
                <a:spcAft>
                  <a:spcPts val="0"/>
                </a:spcAft>
                <a:buNone/>
              </a:pPr>
              <a:r>
                <a:rPr lang="en" sz="1000">
                  <a:solidFill>
                    <a:srgbClr val="FFFFFF"/>
                  </a:solidFill>
                  <a:latin typeface="Space Grotesk"/>
                  <a:ea typeface="Space Grotesk"/>
                  <a:cs typeface="Space Grotesk"/>
                  <a:sym typeface="Space Grotesk"/>
                </a:rPr>
                <a:t>Input: Raw String → Output: Vector</a:t>
              </a:r>
              <a:endParaRPr sz="1000">
                <a:solidFill>
                  <a:srgbClr val="FFFFFF"/>
                </a:solidFill>
                <a:latin typeface="Space Grotesk"/>
                <a:ea typeface="Space Grotesk"/>
                <a:cs typeface="Space Grotesk"/>
                <a:sym typeface="Space Grotesk"/>
              </a:endParaRPr>
            </a:p>
            <a:p>
              <a:pPr indent="0" lvl="0" marL="0" rtl="0" algn="l">
                <a:spcBef>
                  <a:spcPts val="1125"/>
                </a:spcBef>
                <a:spcAft>
                  <a:spcPts val="0"/>
                </a:spcAft>
                <a:buNone/>
              </a:pPr>
              <a:r>
                <a:rPr b="1" lang="en" sz="1050">
                  <a:solidFill>
                    <a:srgbClr val="FFFFFF"/>
                  </a:solidFill>
                  <a:latin typeface="Courier New"/>
                  <a:ea typeface="Courier New"/>
                  <a:cs typeface="Courier New"/>
                  <a:sym typeface="Courier New"/>
                </a:rPr>
                <a:t>vectorStore.search(query, topK)</a:t>
              </a:r>
              <a:endParaRPr b="1" sz="1050">
                <a:solidFill>
                  <a:srgbClr val="FFFFFF"/>
                </a:solidFill>
                <a:latin typeface="Courier New"/>
                <a:ea typeface="Courier New"/>
                <a:cs typeface="Courier New"/>
                <a:sym typeface="Courier New"/>
              </a:endParaRPr>
            </a:p>
            <a:p>
              <a:pPr indent="0" lvl="0" marL="0" rtl="0" algn="l">
                <a:spcBef>
                  <a:spcPts val="600"/>
                </a:spcBef>
                <a:spcAft>
                  <a:spcPts val="375"/>
                </a:spcAft>
                <a:buNone/>
              </a:pPr>
              <a:r>
                <a:rPr lang="en" sz="1000">
                  <a:solidFill>
                    <a:srgbClr val="FFFFFF"/>
                  </a:solidFill>
                  <a:latin typeface="Space Grotesk"/>
                  <a:ea typeface="Space Grotesk"/>
                  <a:cs typeface="Space Grotesk"/>
                  <a:sym typeface="Space Grotesk"/>
                </a:rPr>
                <a:t>Input: Vector → Output: List&lt;Document&gt;</a:t>
              </a:r>
              <a:endParaRPr sz="1000">
                <a:solidFill>
                  <a:srgbClr val="FFFFFF"/>
                </a:solidFill>
                <a:latin typeface="Space Grotesk"/>
                <a:ea typeface="Space Grotesk"/>
                <a:cs typeface="Space Grotesk"/>
                <a:sym typeface="Space Grotesk"/>
              </a:endParaRPr>
            </a:p>
          </p:txBody>
        </p:sp>
      </p:grpSp>
      <p:pic>
        <p:nvPicPr>
          <p:cNvPr id="630" name="Google Shape;630;p51"/>
          <p:cNvPicPr preferRelativeResize="0"/>
          <p:nvPr/>
        </p:nvPicPr>
        <p:blipFill rotWithShape="1">
          <a:blip r:embed="rId3">
            <a:alphaModFix/>
          </a:blip>
          <a:srcRect b="0" l="0" r="0" t="0"/>
          <a:stretch/>
        </p:blipFill>
        <p:spPr>
          <a:xfrm>
            <a:off x="4562475" y="1905000"/>
            <a:ext cx="19200" cy="2247900"/>
          </a:xfrm>
          <a:prstGeom prst="rect">
            <a:avLst/>
          </a:prstGeom>
          <a:noFill/>
          <a:ln>
            <a:noFill/>
          </a:ln>
        </p:spPr>
      </p:pic>
      <p:grpSp>
        <p:nvGrpSpPr>
          <p:cNvPr id="631" name="Google Shape;631;p51"/>
          <p:cNvGrpSpPr/>
          <p:nvPr/>
        </p:nvGrpSpPr>
        <p:grpSpPr>
          <a:xfrm>
            <a:off x="4757738" y="1709738"/>
            <a:ext cx="3819600" cy="2676600"/>
            <a:chOff x="-4762" y="-4762"/>
            <a:chExt cx="3819600" cy="2676600"/>
          </a:xfrm>
        </p:grpSpPr>
        <p:pic>
          <p:nvPicPr>
            <p:cNvPr id="632" name="Google Shape;632;p51"/>
            <p:cNvPicPr preferRelativeResize="0"/>
            <p:nvPr/>
          </p:nvPicPr>
          <p:blipFill rotWithShape="1">
            <a:blip r:embed="rId4">
              <a:alphaModFix/>
            </a:blip>
            <a:srcRect b="0" l="0" r="0" t="0"/>
            <a:stretch/>
          </p:blipFill>
          <p:spPr>
            <a:xfrm>
              <a:off x="-4762" y="-4762"/>
              <a:ext cx="3819600" cy="2676600"/>
            </a:xfrm>
            <a:prstGeom prst="rect">
              <a:avLst/>
            </a:prstGeom>
            <a:noFill/>
            <a:ln>
              <a:noFill/>
            </a:ln>
          </p:spPr>
        </p:pic>
        <p:sp>
          <p:nvSpPr>
            <p:cNvPr id="633" name="Google Shape;633;p51"/>
            <p:cNvSpPr txBox="1"/>
            <p:nvPr/>
          </p:nvSpPr>
          <p:spPr>
            <a:xfrm>
              <a:off x="190500" y="142875"/>
              <a:ext cx="3429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chemeClr val="accent2"/>
                  </a:solidFill>
                  <a:latin typeface="Space Grotesk"/>
                  <a:ea typeface="Space Grotesk"/>
                  <a:cs typeface="Space Grotesk"/>
                  <a:sym typeface="Space Grotesk"/>
                </a:rPr>
                <a:t>Implementation "Noise"</a:t>
              </a:r>
              <a:endParaRPr b="1" sz="1600">
                <a:solidFill>
                  <a:schemeClr val="accent2"/>
                </a:solidFill>
                <a:latin typeface="Space Grotesk"/>
                <a:ea typeface="Space Grotesk"/>
                <a:cs typeface="Space Grotesk"/>
                <a:sym typeface="Space Grotesk"/>
              </a:endParaRPr>
            </a:p>
          </p:txBody>
        </p:sp>
        <p:sp>
          <p:nvSpPr>
            <p:cNvPr id="634" name="Google Shape;634;p51"/>
            <p:cNvSpPr txBox="1"/>
            <p:nvPr/>
          </p:nvSpPr>
          <p:spPr>
            <a:xfrm>
              <a:off x="190500" y="571500"/>
              <a:ext cx="3429000" cy="1905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000">
                  <a:solidFill>
                    <a:srgbClr val="FFFFFF"/>
                  </a:solidFill>
                  <a:latin typeface="Space Grotesk"/>
                  <a:ea typeface="Space Grotesk"/>
                  <a:cs typeface="Space Grotesk"/>
                  <a:sym typeface="Space Grotesk"/>
                </a:rPr>
                <a:t>Hidden beneath the interfaces is the messy infrastructure:</a:t>
              </a:r>
              <a:endParaRPr sz="1000">
                <a:solidFill>
                  <a:srgbClr val="FFFFFF"/>
                </a:solidFill>
                <a:latin typeface="Space Grotesk"/>
                <a:ea typeface="Space Grotesk"/>
                <a:cs typeface="Space Grotesk"/>
                <a:sym typeface="Space Grotesk"/>
              </a:endParaRPr>
            </a:p>
            <a:p>
              <a:pPr indent="-298450" lvl="0" marL="457200" rtl="0" algn="l">
                <a:spcBef>
                  <a:spcPts val="900"/>
                </a:spcBef>
                <a:spcAft>
                  <a:spcPts val="0"/>
                </a:spcAft>
                <a:buClr>
                  <a:srgbClr val="FFFFFF"/>
                </a:buClr>
                <a:buSzPts val="1100"/>
                <a:buFont typeface="Space Grotesk"/>
                <a:buChar char="●"/>
              </a:pPr>
              <a:r>
                <a:rPr lang="en" sz="1100">
                  <a:solidFill>
                    <a:srgbClr val="F6B5D3"/>
                  </a:solidFill>
                  <a:latin typeface="Space Grotesk"/>
                  <a:ea typeface="Space Grotesk"/>
                  <a:cs typeface="Space Grotesk"/>
                  <a:sym typeface="Space Grotesk"/>
                </a:rPr>
                <a:t>OkHttp 4.12.0:</a:t>
              </a:r>
              <a:r>
                <a:rPr lang="en" sz="1100">
                  <a:latin typeface="Space Grotesk"/>
                  <a:ea typeface="Space Grotesk"/>
                  <a:cs typeface="Space Grotesk"/>
                  <a:sym typeface="Space Grotesk"/>
                </a:rPr>
                <a:t> </a:t>
              </a:r>
              <a:r>
                <a:rPr lang="en" sz="1100">
                  <a:solidFill>
                    <a:srgbClr val="FFFFFF"/>
                  </a:solidFill>
                  <a:latin typeface="Space Grotesk"/>
                  <a:ea typeface="Space Grotesk"/>
                  <a:cs typeface="Space Grotesk"/>
                  <a:sym typeface="Space Grotesk"/>
                </a:rPr>
                <a:t>Network retries &amp; TLS</a:t>
              </a:r>
              <a:endParaRPr sz="1100">
                <a:solidFill>
                  <a:srgbClr val="FFFFFF"/>
                </a:solidFill>
                <a:latin typeface="Space Grotesk"/>
                <a:ea typeface="Space Grotesk"/>
                <a:cs typeface="Space Grotesk"/>
                <a:sym typeface="Space Grotesk"/>
              </a:endParaRPr>
            </a:p>
            <a:p>
              <a:pPr indent="-298450" lvl="0" marL="457200" rtl="0" algn="l">
                <a:spcBef>
                  <a:spcPts val="600"/>
                </a:spcBef>
                <a:spcAft>
                  <a:spcPts val="0"/>
                </a:spcAft>
                <a:buClr>
                  <a:srgbClr val="FFFFFF"/>
                </a:buClr>
                <a:buSzPts val="1100"/>
                <a:buFont typeface="Space Grotesk"/>
                <a:buChar char="●"/>
              </a:pPr>
              <a:r>
                <a:rPr lang="en" sz="1100">
                  <a:solidFill>
                    <a:srgbClr val="F6B5D3"/>
                  </a:solidFill>
                  <a:latin typeface="Space Grotesk"/>
                  <a:ea typeface="Space Grotesk"/>
                  <a:cs typeface="Space Grotesk"/>
                  <a:sym typeface="Space Grotesk"/>
                </a:rPr>
                <a:t>Gson:</a:t>
              </a:r>
              <a:r>
                <a:rPr lang="en" sz="1100">
                  <a:latin typeface="Space Grotesk"/>
                  <a:ea typeface="Space Grotesk"/>
                  <a:cs typeface="Space Grotesk"/>
                  <a:sym typeface="Space Grotesk"/>
                </a:rPr>
                <a:t> </a:t>
              </a:r>
              <a:r>
                <a:rPr lang="en" sz="1100">
                  <a:solidFill>
                    <a:srgbClr val="FFFFFF"/>
                  </a:solidFill>
                  <a:latin typeface="Space Grotesk"/>
                  <a:ea typeface="Space Grotesk"/>
                  <a:cs typeface="Space Grotesk"/>
                  <a:sym typeface="Space Grotesk"/>
                </a:rPr>
                <a:t>parsing </a:t>
              </a:r>
              <a:r>
                <a:rPr b="1" lang="en" sz="900">
                  <a:solidFill>
                    <a:srgbClr val="FFFFFF"/>
                  </a:solidFill>
                  <a:latin typeface="Courier New"/>
                  <a:ea typeface="Courier New"/>
                  <a:cs typeface="Courier New"/>
                  <a:sym typeface="Courier New"/>
                </a:rPr>
                <a:t>choices[0].delta</a:t>
              </a:r>
              <a:endParaRPr sz="1100">
                <a:solidFill>
                  <a:srgbClr val="FFFFFF"/>
                </a:solidFill>
                <a:latin typeface="Space Grotesk"/>
                <a:ea typeface="Space Grotesk"/>
                <a:cs typeface="Space Grotesk"/>
                <a:sym typeface="Space Grotesk"/>
              </a:endParaRPr>
            </a:p>
            <a:p>
              <a:pPr indent="-298450" lvl="0" marL="457200" rtl="0" algn="l">
                <a:spcBef>
                  <a:spcPts val="600"/>
                </a:spcBef>
                <a:spcAft>
                  <a:spcPts val="0"/>
                </a:spcAft>
                <a:buClr>
                  <a:srgbClr val="FFFFFF"/>
                </a:buClr>
                <a:buSzPts val="1100"/>
                <a:buFont typeface="Space Grotesk"/>
                <a:buChar char="●"/>
              </a:pPr>
              <a:r>
                <a:rPr lang="en" sz="1100">
                  <a:solidFill>
                    <a:srgbClr val="00E58E"/>
                  </a:solidFill>
                  <a:latin typeface="Space Grotesk"/>
                  <a:ea typeface="Space Grotesk"/>
                  <a:cs typeface="Space Grotesk"/>
                  <a:sym typeface="Space Grotesk"/>
                </a:rPr>
                <a:t>SQLite JDBC:</a:t>
              </a:r>
              <a:r>
                <a:rPr lang="en" sz="1100">
                  <a:latin typeface="Space Grotesk"/>
                  <a:ea typeface="Space Grotesk"/>
                  <a:cs typeface="Space Grotesk"/>
                  <a:sym typeface="Space Grotesk"/>
                </a:rPr>
                <a:t> </a:t>
              </a:r>
              <a:r>
                <a:rPr lang="en" sz="1100">
                  <a:solidFill>
                    <a:srgbClr val="FFFFFF"/>
                  </a:solidFill>
                  <a:latin typeface="Space Grotesk"/>
                  <a:ea typeface="Space Grotesk"/>
                  <a:cs typeface="Space Grotesk"/>
                  <a:sym typeface="Space Grotesk"/>
                </a:rPr>
                <a:t>Batch inserts &amp; WAL</a:t>
              </a:r>
              <a:endParaRPr sz="1100">
                <a:solidFill>
                  <a:srgbClr val="FFFFFF"/>
                </a:solidFill>
                <a:latin typeface="Space Grotesk"/>
                <a:ea typeface="Space Grotesk"/>
                <a:cs typeface="Space Grotesk"/>
                <a:sym typeface="Space Grotesk"/>
              </a:endParaRPr>
            </a:p>
            <a:p>
              <a:pPr indent="-298450" lvl="0" marL="457200" rtl="0" algn="l">
                <a:spcBef>
                  <a:spcPts val="600"/>
                </a:spcBef>
                <a:spcAft>
                  <a:spcPts val="600"/>
                </a:spcAft>
                <a:buClr>
                  <a:srgbClr val="FFFFFF"/>
                </a:buClr>
                <a:buSzPts val="1100"/>
                <a:buFont typeface="Space Grotesk"/>
                <a:buChar char="●"/>
              </a:pPr>
              <a:r>
                <a:rPr lang="en" sz="1100">
                  <a:solidFill>
                    <a:srgbClr val="00E58E"/>
                  </a:solidFill>
                  <a:latin typeface="Space Grotesk"/>
                  <a:ea typeface="Space Grotesk"/>
                  <a:cs typeface="Space Grotesk"/>
                  <a:sym typeface="Space Grotesk"/>
                </a:rPr>
                <a:t>Math:</a:t>
              </a:r>
              <a:r>
                <a:rPr lang="en" sz="1100">
                  <a:latin typeface="Space Grotesk"/>
                  <a:ea typeface="Space Grotesk"/>
                  <a:cs typeface="Space Grotesk"/>
                  <a:sym typeface="Space Grotesk"/>
                </a:rPr>
                <a:t> </a:t>
              </a:r>
              <a:r>
                <a:rPr b="1" lang="en" sz="900">
                  <a:solidFill>
                    <a:srgbClr val="FFFFFF"/>
                  </a:solidFill>
                  <a:latin typeface="Courier New"/>
                  <a:ea typeface="Courier New"/>
                  <a:cs typeface="Courier New"/>
                  <a:sym typeface="Courier New"/>
                </a:rPr>
                <a:t>cos() = (A B) / (|A||B|)</a:t>
              </a:r>
              <a:endParaRPr sz="1100">
                <a:solidFill>
                  <a:srgbClr val="FFFFFF"/>
                </a:solidFill>
                <a:latin typeface="Space Grotesk"/>
                <a:ea typeface="Space Grotesk"/>
                <a:cs typeface="Space Grotesk"/>
                <a:sym typeface="Space Grotesk"/>
              </a:endParaRPr>
            </a:p>
          </p:txBody>
        </p:sp>
      </p:grpSp>
      <p:grpSp>
        <p:nvGrpSpPr>
          <p:cNvPr id="635" name="Google Shape;635;p51"/>
          <p:cNvGrpSpPr/>
          <p:nvPr/>
        </p:nvGrpSpPr>
        <p:grpSpPr>
          <a:xfrm>
            <a:off x="4191000" y="4524375"/>
            <a:ext cx="4572000" cy="476400"/>
            <a:chOff x="0" y="0"/>
            <a:chExt cx="4572000" cy="476400"/>
          </a:xfrm>
        </p:grpSpPr>
        <p:sp>
          <p:nvSpPr>
            <p:cNvPr id="636" name="Google Shape;636;p51"/>
            <p:cNvSpPr/>
            <p:nvPr/>
          </p:nvSpPr>
          <p:spPr>
            <a:xfrm>
              <a:off x="0" y="0"/>
              <a:ext cx="4572000" cy="476400"/>
            </a:xfrm>
            <a:prstGeom prst="roundRect">
              <a:avLst>
                <a:gd fmla="val 16000" name="adj"/>
              </a:avLst>
            </a:prstGeom>
            <a:solidFill>
              <a:srgbClr val="00E58E"/>
            </a:solidFill>
            <a:ln cap="flat" cmpd="sng" w="1430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7" name="Google Shape;637;p51"/>
            <p:cNvSpPr txBox="1"/>
            <p:nvPr/>
          </p:nvSpPr>
          <p:spPr>
            <a:xfrm>
              <a:off x="95250" y="0"/>
              <a:ext cx="4381500" cy="476400"/>
            </a:xfrm>
            <a:prstGeom prst="rect">
              <a:avLst/>
            </a:prstGeom>
            <a:noFill/>
            <a:ln>
              <a:noFill/>
            </a:ln>
          </p:spPr>
          <p:txBody>
            <a:bodyPr anchorCtr="0" anchor="ctr" bIns="0" lIns="95250" spcFirstLastPara="1" rIns="0" wrap="square" tIns="0">
              <a:noAutofit/>
            </a:bodyPr>
            <a:lstStyle/>
            <a:p>
              <a:pPr indent="0" lvl="0" marL="0" rtl="0" algn="l">
                <a:spcBef>
                  <a:spcPts val="0"/>
                </a:spcBef>
                <a:spcAft>
                  <a:spcPts val="0"/>
                </a:spcAft>
                <a:buNone/>
              </a:pPr>
              <a:r>
                <a:rPr b="1" lang="en" sz="1100">
                  <a:latin typeface="Space Grotesk"/>
                  <a:ea typeface="Space Grotesk"/>
                  <a:cs typeface="Space Grotesk"/>
                  <a:sym typeface="Space Grotesk"/>
                </a:rPr>
                <a:t>The orchestrator only knows about text and vectors.</a:t>
              </a:r>
              <a:endParaRPr b="1" sz="1100">
                <a:latin typeface="Space Grotesk"/>
                <a:ea typeface="Space Grotesk"/>
                <a:cs typeface="Space Grotesk"/>
                <a:sym typeface="Space Grotesk"/>
              </a:endParaRPr>
            </a:p>
          </p:txBody>
        </p:sp>
      </p:grpSp>
      <p:pic>
        <p:nvPicPr>
          <p:cNvPr id="638" name="Google Shape;638;p51"/>
          <p:cNvPicPr preferRelativeResize="0"/>
          <p:nvPr/>
        </p:nvPicPr>
        <p:blipFill rotWithShape="1">
          <a:blip r:embed="rId5">
            <a:alphaModFix/>
          </a:blip>
          <a:srcRect b="3131" l="0" r="0" t="3122"/>
          <a:stretch/>
        </p:blipFill>
        <p:spPr>
          <a:xfrm>
            <a:off x="8382000" y="381000"/>
            <a:ext cx="304800" cy="285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52"/>
          <p:cNvSpPr/>
          <p:nvPr/>
        </p:nvSpPr>
        <p:spPr>
          <a:xfrm>
            <a:off x="0" y="0"/>
            <a:ext cx="9144000" cy="5143500"/>
          </a:xfrm>
          <a:prstGeom prst="rect">
            <a:avLst/>
          </a:prstGeom>
          <a:solidFill>
            <a:srgbClr val="E7E7E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3" name="Google Shape;643;p52"/>
          <p:cNvSpPr txBox="1"/>
          <p:nvPr/>
        </p:nvSpPr>
        <p:spPr>
          <a:xfrm>
            <a:off x="381000" y="28575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225"/>
              </a:spcAft>
              <a:buNone/>
            </a:pPr>
            <a:r>
              <a:rPr b="0" lang="en" sz="3800">
                <a:solidFill>
                  <a:srgbClr val="000000"/>
                </a:solidFill>
                <a:latin typeface="Space Grotesk"/>
                <a:ea typeface="Space Grotesk"/>
                <a:cs typeface="Space Grotesk"/>
                <a:sym typeface="Space Grotesk"/>
              </a:rPr>
              <a:t>API WORKFLOW &amp; CAPABILITIES</a:t>
            </a:r>
            <a:endParaRPr b="0" sz="3800">
              <a:solidFill>
                <a:srgbClr val="000000"/>
              </a:solidFill>
              <a:latin typeface="Space Grotesk"/>
              <a:ea typeface="Space Grotesk"/>
              <a:cs typeface="Space Grotesk"/>
              <a:sym typeface="Space Grotesk"/>
            </a:endParaRPr>
          </a:p>
        </p:txBody>
      </p:sp>
      <p:sp>
        <p:nvSpPr>
          <p:cNvPr id="644" name="Google Shape;644;p52"/>
          <p:cNvSpPr/>
          <p:nvPr/>
        </p:nvSpPr>
        <p:spPr>
          <a:xfrm>
            <a:off x="381000" y="1095375"/>
            <a:ext cx="1143000" cy="38100"/>
          </a:xfrm>
          <a:prstGeom prst="rect">
            <a:avLst/>
          </a:prstGeom>
          <a:solidFill>
            <a:srgbClr val="00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5" name="Google Shape;645;p52"/>
          <p:cNvSpPr/>
          <p:nvPr/>
        </p:nvSpPr>
        <p:spPr>
          <a:xfrm>
            <a:off x="381000" y="1381125"/>
            <a:ext cx="8382000" cy="3381300"/>
          </a:xfrm>
          <a:prstGeom prst="roundRect">
            <a:avLst>
              <a:gd fmla="val 3380"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46" name="Google Shape;646;p52"/>
          <p:cNvGrpSpPr/>
          <p:nvPr/>
        </p:nvGrpSpPr>
        <p:grpSpPr>
          <a:xfrm>
            <a:off x="571500" y="1571625"/>
            <a:ext cx="4000500" cy="952500"/>
            <a:chOff x="0" y="0"/>
            <a:chExt cx="4000500" cy="952500"/>
          </a:xfrm>
        </p:grpSpPr>
        <p:sp>
          <p:nvSpPr>
            <p:cNvPr id="647" name="Google Shape;647;p52"/>
            <p:cNvSpPr/>
            <p:nvPr/>
          </p:nvSpPr>
          <p:spPr>
            <a:xfrm>
              <a:off x="0" y="0"/>
              <a:ext cx="4000500" cy="952500"/>
            </a:xfrm>
            <a:prstGeom prst="roundRect">
              <a:avLst>
                <a:gd fmla="val 8000"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8" name="Google Shape;648;p52"/>
            <p:cNvSpPr txBox="1"/>
            <p:nvPr/>
          </p:nvSpPr>
          <p:spPr>
            <a:xfrm>
              <a:off x="142875" y="47625"/>
              <a:ext cx="37149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269"/>
                  </a:solidFill>
                  <a:latin typeface="Space Grotesk"/>
                  <a:ea typeface="Space Grotesk"/>
                  <a:cs typeface="Space Grotesk"/>
                  <a:sym typeface="Space Grotesk"/>
                </a:rPr>
                <a:t>01. INGESTION &amp; DOMAIN BINDING</a:t>
              </a:r>
              <a:endParaRPr b="1" sz="1100">
                <a:solidFill>
                  <a:srgbClr val="FFF269"/>
                </a:solidFill>
                <a:latin typeface="Space Grotesk"/>
                <a:ea typeface="Space Grotesk"/>
                <a:cs typeface="Space Grotesk"/>
                <a:sym typeface="Space Grotesk"/>
              </a:endParaRPr>
            </a:p>
            <a:p>
              <a:pPr indent="0" lvl="0" marL="0" rtl="0" algn="l">
                <a:spcBef>
                  <a:spcPts val="225"/>
                </a:spcBef>
                <a:spcAft>
                  <a:spcPts val="0"/>
                </a:spcAft>
                <a:buNone/>
              </a:pPr>
              <a:r>
                <a:rPr b="0" lang="en" sz="750">
                  <a:solidFill>
                    <a:srgbClr val="F6B5D3"/>
                  </a:solidFill>
                  <a:latin typeface="Courier New"/>
                  <a:ea typeface="Courier New"/>
                  <a:cs typeface="Courier New"/>
                  <a:sym typeface="Courier New"/>
                </a:rPr>
                <a:t>POST /api/upload</a:t>
              </a:r>
              <a:r>
                <a:rPr b="0" lang="en" sz="750">
                  <a:solidFill>
                    <a:srgbClr val="E7E7E7"/>
                  </a:solidFill>
                  <a:latin typeface="Courier New"/>
                  <a:ea typeface="Courier New"/>
                  <a:cs typeface="Courier New"/>
                  <a:sym typeface="Courier New"/>
                </a:rPr>
                <a:t> [file: screenplay.pdf, domain: film script]</a:t>
              </a:r>
              <a:endParaRPr b="0" sz="750">
                <a:latin typeface="Courier New"/>
                <a:ea typeface="Courier New"/>
                <a:cs typeface="Courier New"/>
                <a:sym typeface="Courier New"/>
              </a:endParaRPr>
            </a:p>
            <a:p>
              <a:pPr indent="0" lvl="0" marL="0" rtl="0" algn="l">
                <a:spcBef>
                  <a:spcPts val="225"/>
                </a:spcBef>
                <a:spcAft>
                  <a:spcPts val="0"/>
                </a:spcAft>
                <a:buNone/>
              </a:pPr>
              <a:r>
                <a:rPr b="0" lang="en" sz="750">
                  <a:solidFill>
                    <a:srgbClr val="00E58E"/>
                  </a:solidFill>
                  <a:latin typeface="Courier New"/>
                  <a:ea typeface="Courier New"/>
                  <a:cs typeface="Courier New"/>
                  <a:sym typeface="Courier New"/>
                </a:rPr>
                <a:t>Response: { name: "screenplay.pdf", chunks: 142 }</a:t>
              </a:r>
              <a:endParaRPr b="0" sz="750">
                <a:latin typeface="Courier New"/>
                <a:ea typeface="Courier New"/>
                <a:cs typeface="Courier New"/>
                <a:sym typeface="Courier New"/>
              </a:endParaRPr>
            </a:p>
            <a:p>
              <a:pPr indent="0" lvl="0" marL="0" rtl="0" algn="l">
                <a:spcBef>
                  <a:spcPts val="225"/>
                </a:spcBef>
                <a:spcAft>
                  <a:spcPts val="225"/>
                </a:spcAft>
                <a:buNone/>
              </a:pPr>
              <a:r>
                <a:rPr b="0" i="1" lang="en" sz="850">
                  <a:solidFill>
                    <a:srgbClr val="FFFFFF"/>
                  </a:solidFill>
                  <a:latin typeface="Space Grotesk"/>
                  <a:ea typeface="Space Grotesk"/>
                  <a:cs typeface="Space Grotesk"/>
                  <a:sym typeface="Space Grotesk"/>
                </a:rPr>
                <a:t>Batch-embedded: 142 chunks in 2 OpenAI calls (sub-batched @100, cache-aware)</a:t>
              </a:r>
              <a:endParaRPr b="0" i="1" sz="850">
                <a:solidFill>
                  <a:srgbClr val="FFFFFF"/>
                </a:solidFill>
                <a:latin typeface="Space Grotesk"/>
                <a:ea typeface="Space Grotesk"/>
                <a:cs typeface="Space Grotesk"/>
                <a:sym typeface="Space Grotesk"/>
              </a:endParaRPr>
            </a:p>
          </p:txBody>
        </p:sp>
      </p:grpSp>
      <p:grpSp>
        <p:nvGrpSpPr>
          <p:cNvPr id="649" name="Google Shape;649;p52"/>
          <p:cNvGrpSpPr/>
          <p:nvPr/>
        </p:nvGrpSpPr>
        <p:grpSpPr>
          <a:xfrm>
            <a:off x="571500" y="2619375"/>
            <a:ext cx="4000500" cy="619200"/>
            <a:chOff x="0" y="0"/>
            <a:chExt cx="4000500" cy="619200"/>
          </a:xfrm>
        </p:grpSpPr>
        <p:sp>
          <p:nvSpPr>
            <p:cNvPr id="650" name="Google Shape;650;p52"/>
            <p:cNvSpPr/>
            <p:nvPr/>
          </p:nvSpPr>
          <p:spPr>
            <a:xfrm>
              <a:off x="0" y="0"/>
              <a:ext cx="4000500" cy="619200"/>
            </a:xfrm>
            <a:prstGeom prst="roundRect">
              <a:avLst>
                <a:gd fmla="val 12307"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1" name="Google Shape;651;p52"/>
            <p:cNvSpPr txBox="1"/>
            <p:nvPr/>
          </p:nvSpPr>
          <p:spPr>
            <a:xfrm>
              <a:off x="142875" y="47625"/>
              <a:ext cx="37149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269"/>
                  </a:solidFill>
                  <a:latin typeface="Space Grotesk"/>
                  <a:ea typeface="Space Grotesk"/>
                  <a:cs typeface="Space Grotesk"/>
                  <a:sym typeface="Space Grotesk"/>
                </a:rPr>
                <a:t>02. SEMANTIC QUERY </a:t>
              </a:r>
              <a:endParaRPr b="1" sz="1100">
                <a:solidFill>
                  <a:srgbClr val="FFF269"/>
                </a:solidFill>
                <a:latin typeface="Space Grotesk"/>
                <a:ea typeface="Space Grotesk"/>
                <a:cs typeface="Space Grotesk"/>
                <a:sym typeface="Space Grotesk"/>
              </a:endParaRPr>
            </a:p>
            <a:p>
              <a:pPr indent="0" lvl="0" marL="0" rtl="0" algn="l">
                <a:spcBef>
                  <a:spcPts val="225"/>
                </a:spcBef>
                <a:spcAft>
                  <a:spcPts val="0"/>
                </a:spcAft>
                <a:buNone/>
              </a:pPr>
              <a:r>
                <a:rPr b="0" lang="en" sz="750">
                  <a:solidFill>
                    <a:srgbClr val="F6B5D3"/>
                  </a:solidFill>
                  <a:latin typeface="Courier New"/>
                  <a:ea typeface="Courier New"/>
                  <a:cs typeface="Courier New"/>
                  <a:sym typeface="Courier New"/>
                </a:rPr>
                <a:t>POST /api/query</a:t>
              </a:r>
              <a:r>
                <a:rPr b="0" lang="en" sz="750">
                  <a:solidFill>
                    <a:srgbClr val="E7E7E7"/>
                  </a:solidFill>
                  <a:latin typeface="Courier New"/>
                  <a:ea typeface="Courier New"/>
                  <a:cs typeface="Courier New"/>
                  <a:sym typeface="Courier New"/>
                </a:rPr>
                <a:t> ["What happens in the second act?"]</a:t>
              </a:r>
              <a:endParaRPr b="0" sz="750">
                <a:latin typeface="Courier New"/>
                <a:ea typeface="Courier New"/>
                <a:cs typeface="Courier New"/>
                <a:sym typeface="Courier New"/>
              </a:endParaRPr>
            </a:p>
            <a:p>
              <a:pPr indent="0" lvl="0" marL="0" rtl="0" algn="l">
                <a:spcBef>
                  <a:spcPts val="225"/>
                </a:spcBef>
                <a:spcAft>
                  <a:spcPts val="225"/>
                </a:spcAft>
                <a:buNone/>
              </a:pPr>
              <a:r>
                <a:rPr b="0" lang="en" sz="750">
                  <a:solidFill>
                    <a:srgbClr val="E7E7E7"/>
                  </a:solidFill>
                  <a:latin typeface="Courier New"/>
                  <a:ea typeface="Courier New"/>
                  <a:cs typeface="Courier New"/>
                  <a:sym typeface="Courier New"/>
                </a:rPr>
                <a:t>Answer: "The protagonist encounters..."</a:t>
              </a:r>
              <a:endParaRPr b="0" sz="750">
                <a:latin typeface="Courier New"/>
                <a:ea typeface="Courier New"/>
                <a:cs typeface="Courier New"/>
                <a:sym typeface="Courier New"/>
              </a:endParaRPr>
            </a:p>
          </p:txBody>
        </p:sp>
      </p:grpSp>
      <p:grpSp>
        <p:nvGrpSpPr>
          <p:cNvPr id="652" name="Google Shape;652;p52"/>
          <p:cNvGrpSpPr/>
          <p:nvPr/>
        </p:nvGrpSpPr>
        <p:grpSpPr>
          <a:xfrm>
            <a:off x="571500" y="3333750"/>
            <a:ext cx="4000500" cy="619200"/>
            <a:chOff x="0" y="0"/>
            <a:chExt cx="4000500" cy="619200"/>
          </a:xfrm>
        </p:grpSpPr>
        <p:sp>
          <p:nvSpPr>
            <p:cNvPr id="653" name="Google Shape;653;p52"/>
            <p:cNvSpPr/>
            <p:nvPr/>
          </p:nvSpPr>
          <p:spPr>
            <a:xfrm>
              <a:off x="0" y="0"/>
              <a:ext cx="4000500" cy="619200"/>
            </a:xfrm>
            <a:prstGeom prst="roundRect">
              <a:avLst>
                <a:gd fmla="val 12307"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4" name="Google Shape;654;p52"/>
            <p:cNvSpPr txBox="1"/>
            <p:nvPr/>
          </p:nvSpPr>
          <p:spPr>
            <a:xfrm>
              <a:off x="142875" y="47625"/>
              <a:ext cx="37149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269"/>
                  </a:solidFill>
                  <a:latin typeface="Space Grotesk"/>
                  <a:ea typeface="Space Grotesk"/>
                  <a:cs typeface="Space Grotesk"/>
                  <a:sym typeface="Space Grotesk"/>
                </a:rPr>
                <a:t>03. MULTI-TURN RESOLUTION</a:t>
              </a:r>
              <a:endParaRPr b="1" sz="1100">
                <a:solidFill>
                  <a:srgbClr val="FFF269"/>
                </a:solidFill>
                <a:latin typeface="Space Grotesk"/>
                <a:ea typeface="Space Grotesk"/>
                <a:cs typeface="Space Grotesk"/>
                <a:sym typeface="Space Grotesk"/>
              </a:endParaRPr>
            </a:p>
            <a:p>
              <a:pPr indent="0" lvl="0" marL="0" rtl="0" algn="l">
                <a:spcBef>
                  <a:spcPts val="225"/>
                </a:spcBef>
                <a:spcAft>
                  <a:spcPts val="0"/>
                </a:spcAft>
                <a:buNone/>
              </a:pPr>
              <a:r>
                <a:rPr b="0" lang="en" sz="750">
                  <a:solidFill>
                    <a:srgbClr val="E7E7E7"/>
                  </a:solidFill>
                  <a:latin typeface="Courier New"/>
                  <a:ea typeface="Courier New"/>
                  <a:cs typeface="Courier New"/>
                  <a:sym typeface="Courier New"/>
                </a:rPr>
                <a:t>Follow-up: "Tell me more about that scene."</a:t>
              </a:r>
              <a:endParaRPr b="0" sz="750">
                <a:latin typeface="Courier New"/>
                <a:ea typeface="Courier New"/>
                <a:cs typeface="Courier New"/>
                <a:sym typeface="Courier New"/>
              </a:endParaRPr>
            </a:p>
            <a:p>
              <a:pPr indent="0" lvl="0" marL="0" rtl="0" algn="l">
                <a:spcBef>
                  <a:spcPts val="225"/>
                </a:spcBef>
                <a:spcAft>
                  <a:spcPts val="225"/>
                </a:spcAft>
                <a:buNone/>
              </a:pPr>
              <a:r>
                <a:rPr b="0" i="1" lang="en" sz="850">
                  <a:solidFill>
                    <a:srgbClr val="FFFFFF"/>
                  </a:solidFill>
                  <a:latin typeface="Space Grotesk"/>
                  <a:ea typeface="Space Grotesk"/>
                  <a:cs typeface="Space Grotesk"/>
                  <a:sym typeface="Space Grotesk"/>
                </a:rPr>
                <a:t>System resolves "that scene" to Scene 12 using memory history.</a:t>
              </a:r>
              <a:endParaRPr b="0" i="1" sz="850">
                <a:solidFill>
                  <a:srgbClr val="FFFFFF"/>
                </a:solidFill>
                <a:latin typeface="Space Grotesk"/>
                <a:ea typeface="Space Grotesk"/>
                <a:cs typeface="Space Grotesk"/>
                <a:sym typeface="Space Grotesk"/>
              </a:endParaRPr>
            </a:p>
          </p:txBody>
        </p:sp>
      </p:grpSp>
      <p:grpSp>
        <p:nvGrpSpPr>
          <p:cNvPr id="655" name="Google Shape;655;p52"/>
          <p:cNvGrpSpPr/>
          <p:nvPr/>
        </p:nvGrpSpPr>
        <p:grpSpPr>
          <a:xfrm>
            <a:off x="571500" y="4048125"/>
            <a:ext cx="4000500" cy="619200"/>
            <a:chOff x="0" y="0"/>
            <a:chExt cx="4000500" cy="619200"/>
          </a:xfrm>
        </p:grpSpPr>
        <p:sp>
          <p:nvSpPr>
            <p:cNvPr id="656" name="Google Shape;656;p52"/>
            <p:cNvSpPr/>
            <p:nvPr/>
          </p:nvSpPr>
          <p:spPr>
            <a:xfrm>
              <a:off x="0" y="0"/>
              <a:ext cx="4000500" cy="619200"/>
            </a:xfrm>
            <a:prstGeom prst="roundRect">
              <a:avLst>
                <a:gd fmla="val 12307"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7" name="Google Shape;657;p52"/>
            <p:cNvSpPr txBox="1"/>
            <p:nvPr/>
          </p:nvSpPr>
          <p:spPr>
            <a:xfrm>
              <a:off x="142875" y="47625"/>
              <a:ext cx="37149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269"/>
                  </a:solidFill>
                  <a:latin typeface="Space Grotesk"/>
                  <a:ea typeface="Space Grotesk"/>
                  <a:cs typeface="Space Grotesk"/>
                  <a:sym typeface="Space Grotesk"/>
                </a:rPr>
                <a:t>04. DOMAIN HOT-SWAP</a:t>
              </a:r>
              <a:endParaRPr b="1" sz="1100">
                <a:solidFill>
                  <a:srgbClr val="FFF269"/>
                </a:solidFill>
                <a:latin typeface="Space Grotesk"/>
                <a:ea typeface="Space Grotesk"/>
                <a:cs typeface="Space Grotesk"/>
                <a:sym typeface="Space Grotesk"/>
              </a:endParaRPr>
            </a:p>
            <a:p>
              <a:pPr indent="0" lvl="0" marL="0" rtl="0" algn="l">
                <a:spcBef>
                  <a:spcPts val="225"/>
                </a:spcBef>
                <a:spcAft>
                  <a:spcPts val="0"/>
                </a:spcAft>
                <a:buNone/>
              </a:pPr>
              <a:r>
                <a:rPr b="0" lang="en" sz="750">
                  <a:solidFill>
                    <a:srgbClr val="F6B5D3"/>
                  </a:solidFill>
                  <a:latin typeface="Courier New"/>
                  <a:ea typeface="Courier New"/>
                  <a:cs typeface="Courier New"/>
                  <a:sym typeface="Courier New"/>
                </a:rPr>
                <a:t>DELETE /api/reset</a:t>
              </a:r>
              <a:r>
                <a:rPr b="0" lang="en" sz="750">
                  <a:solidFill>
                    <a:srgbClr val="E7E7E7"/>
                  </a:solidFill>
                  <a:latin typeface="Courier New"/>
                  <a:ea typeface="Courier New"/>
                  <a:cs typeface="Courier New"/>
                  <a:sym typeface="Courier New"/>
                </a:rPr>
                <a:t> </a:t>
              </a:r>
              <a:r>
                <a:rPr b="0" lang="en" sz="750">
                  <a:solidFill>
                    <a:srgbClr val="F6B5D3"/>
                  </a:solidFill>
                  <a:latin typeface="Courier New"/>
                  <a:ea typeface="Courier New"/>
                  <a:cs typeface="Courier New"/>
                  <a:sym typeface="Courier New"/>
                </a:rPr>
                <a:t>POST /api/upload</a:t>
              </a:r>
              <a:r>
                <a:rPr b="0" lang="en" sz="750">
                  <a:solidFill>
                    <a:srgbClr val="E7E7E7"/>
                  </a:solidFill>
                  <a:latin typeface="Courier New"/>
                  <a:ea typeface="Courier New"/>
                  <a:cs typeface="Courier New"/>
                  <a:sym typeface="Courier New"/>
                </a:rPr>
                <a:t> [lease.pdf]</a:t>
              </a:r>
              <a:endParaRPr b="0" sz="750">
                <a:latin typeface="Courier New"/>
                <a:ea typeface="Courier New"/>
                <a:cs typeface="Courier New"/>
                <a:sym typeface="Courier New"/>
              </a:endParaRPr>
            </a:p>
            <a:p>
              <a:pPr indent="0" lvl="0" marL="0" rtl="0" algn="l">
                <a:spcBef>
                  <a:spcPts val="225"/>
                </a:spcBef>
                <a:spcAft>
                  <a:spcPts val="225"/>
                </a:spcAft>
                <a:buNone/>
              </a:pPr>
              <a:r>
                <a:rPr b="0" lang="en" sz="750">
                  <a:solidFill>
                    <a:srgbClr val="E7E7E7"/>
                  </a:solidFill>
                  <a:latin typeface="Courier New"/>
                  <a:ea typeface="Courier New"/>
                  <a:cs typeface="Courier New"/>
                  <a:sym typeface="Courier New"/>
                </a:rPr>
                <a:t>Query: "Heater broken?" </a:t>
              </a:r>
              <a:r>
                <a:rPr b="0" lang="en" sz="750">
                  <a:solidFill>
                    <a:srgbClr val="F6B5D3"/>
                  </a:solidFill>
                  <a:latin typeface="Courier New"/>
                  <a:ea typeface="Courier New"/>
                  <a:cs typeface="Courier New"/>
                  <a:sym typeface="Courier New"/>
                </a:rPr>
                <a:t>Persona: Legal Assistant</a:t>
              </a:r>
              <a:endParaRPr b="0" sz="750">
                <a:latin typeface="Courier New"/>
                <a:ea typeface="Courier New"/>
                <a:cs typeface="Courier New"/>
                <a:sym typeface="Courier New"/>
              </a:endParaRPr>
            </a:p>
          </p:txBody>
        </p:sp>
      </p:grpSp>
      <p:grpSp>
        <p:nvGrpSpPr>
          <p:cNvPr id="658" name="Google Shape;658;p52"/>
          <p:cNvGrpSpPr/>
          <p:nvPr/>
        </p:nvGrpSpPr>
        <p:grpSpPr>
          <a:xfrm>
            <a:off x="4762500" y="1571625"/>
            <a:ext cx="3810000" cy="619200"/>
            <a:chOff x="0" y="0"/>
            <a:chExt cx="3810000" cy="619200"/>
          </a:xfrm>
        </p:grpSpPr>
        <p:sp>
          <p:nvSpPr>
            <p:cNvPr id="659" name="Google Shape;659;p52"/>
            <p:cNvSpPr/>
            <p:nvPr/>
          </p:nvSpPr>
          <p:spPr>
            <a:xfrm>
              <a:off x="0" y="0"/>
              <a:ext cx="3810000" cy="619200"/>
            </a:xfrm>
            <a:prstGeom prst="roundRect">
              <a:avLst>
                <a:gd fmla="val 12307"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0" name="Google Shape;660;p52"/>
            <p:cNvSpPr txBox="1"/>
            <p:nvPr/>
          </p:nvSpPr>
          <p:spPr>
            <a:xfrm>
              <a:off x="142875" y="47625"/>
              <a:ext cx="35244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269"/>
                  </a:solidFill>
                  <a:latin typeface="Space Grotesk"/>
                  <a:ea typeface="Space Grotesk"/>
                  <a:cs typeface="Space Grotesk"/>
                  <a:sym typeface="Space Grotesk"/>
                </a:rPr>
                <a:t>05. EVALUATION ENDPOINT</a:t>
              </a:r>
              <a:endParaRPr b="1" sz="1100">
                <a:solidFill>
                  <a:srgbClr val="FFF269"/>
                </a:solidFill>
                <a:latin typeface="Space Grotesk"/>
                <a:ea typeface="Space Grotesk"/>
                <a:cs typeface="Space Grotesk"/>
                <a:sym typeface="Space Grotesk"/>
              </a:endParaRPr>
            </a:p>
            <a:p>
              <a:pPr indent="0" lvl="0" marL="0" rtl="0" algn="l">
                <a:spcBef>
                  <a:spcPts val="225"/>
                </a:spcBef>
                <a:spcAft>
                  <a:spcPts val="225"/>
                </a:spcAft>
                <a:buNone/>
              </a:pPr>
              <a:r>
                <a:rPr b="0" lang="en" sz="750">
                  <a:solidFill>
                    <a:srgbClr val="F6B5D3"/>
                  </a:solidFill>
                  <a:latin typeface="Courier New"/>
                  <a:ea typeface="Courier New"/>
                  <a:cs typeface="Courier New"/>
                  <a:sym typeface="Courier New"/>
                </a:rPr>
                <a:t>POST /api/eval</a:t>
              </a:r>
              <a:r>
                <a:rPr b="0" lang="en" sz="750">
                  <a:solidFill>
                    <a:srgbClr val="E7E7E7"/>
                  </a:solidFill>
                  <a:latin typeface="Courier New"/>
                  <a:ea typeface="Courier New"/>
                  <a:cs typeface="Courier New"/>
                  <a:sym typeface="Courier New"/>
                </a:rPr>
                <a:t> { retrieval_hit_rate: 0.94, keyword_accuracy: 0.88 }</a:t>
              </a:r>
              <a:endParaRPr b="0" sz="750">
                <a:latin typeface="Courier New"/>
                <a:ea typeface="Courier New"/>
                <a:cs typeface="Courier New"/>
                <a:sym typeface="Courier New"/>
              </a:endParaRPr>
            </a:p>
          </p:txBody>
        </p:sp>
      </p:grpSp>
      <p:grpSp>
        <p:nvGrpSpPr>
          <p:cNvPr id="661" name="Google Shape;661;p52"/>
          <p:cNvGrpSpPr/>
          <p:nvPr/>
        </p:nvGrpSpPr>
        <p:grpSpPr>
          <a:xfrm>
            <a:off x="4762500" y="2286000"/>
            <a:ext cx="3810000" cy="809700"/>
            <a:chOff x="0" y="0"/>
            <a:chExt cx="3810000" cy="809700"/>
          </a:xfrm>
        </p:grpSpPr>
        <p:sp>
          <p:nvSpPr>
            <p:cNvPr id="662" name="Google Shape;662;p52"/>
            <p:cNvSpPr/>
            <p:nvPr/>
          </p:nvSpPr>
          <p:spPr>
            <a:xfrm>
              <a:off x="0" y="0"/>
              <a:ext cx="3810000" cy="809700"/>
            </a:xfrm>
            <a:prstGeom prst="roundRect">
              <a:avLst>
                <a:gd fmla="val 9411"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3" name="Google Shape;663;p52"/>
            <p:cNvSpPr txBox="1"/>
            <p:nvPr/>
          </p:nvSpPr>
          <p:spPr>
            <a:xfrm>
              <a:off x="142875" y="47625"/>
              <a:ext cx="3524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269"/>
                  </a:solidFill>
                  <a:latin typeface="Space Grotesk"/>
                  <a:ea typeface="Space Grotesk"/>
                  <a:cs typeface="Space Grotesk"/>
                  <a:sym typeface="Space Grotesk"/>
                </a:rPr>
                <a:t>06. STREAMING ANSWERS</a:t>
              </a:r>
              <a:endParaRPr b="1" sz="1100">
                <a:solidFill>
                  <a:srgbClr val="FFF269"/>
                </a:solidFill>
                <a:latin typeface="Space Grotesk"/>
                <a:ea typeface="Space Grotesk"/>
                <a:cs typeface="Space Grotesk"/>
                <a:sym typeface="Space Grotesk"/>
              </a:endParaRPr>
            </a:p>
            <a:p>
              <a:pPr indent="0" lvl="0" marL="0" rtl="0" algn="l">
                <a:spcBef>
                  <a:spcPts val="225"/>
                </a:spcBef>
                <a:spcAft>
                  <a:spcPts val="0"/>
                </a:spcAft>
                <a:buNone/>
              </a:pPr>
              <a:r>
                <a:rPr b="0" lang="en" sz="750">
                  <a:solidFill>
                    <a:srgbClr val="F6B5D3"/>
                  </a:solidFill>
                  <a:latin typeface="Courier New"/>
                  <a:ea typeface="Courier New"/>
                  <a:cs typeface="Courier New"/>
                  <a:sym typeface="Courier New"/>
                </a:rPr>
                <a:t>GET /api/stream?question=...</a:t>
              </a:r>
              <a:r>
                <a:rPr b="0" lang="en" sz="750">
                  <a:solidFill>
                    <a:srgbClr val="E7E7E7"/>
                  </a:solidFill>
                  <a:latin typeface="Courier New"/>
                  <a:ea typeface="Courier New"/>
                  <a:cs typeface="Courier New"/>
                  <a:sym typeface="Courier New"/>
                </a:rPr>
                <a:t> event: "The" ... event: [DONE]</a:t>
              </a:r>
              <a:endParaRPr b="0" sz="750">
                <a:latin typeface="Courier New"/>
                <a:ea typeface="Courier New"/>
                <a:cs typeface="Courier New"/>
                <a:sym typeface="Courier New"/>
              </a:endParaRPr>
            </a:p>
            <a:p>
              <a:pPr indent="0" lvl="0" marL="0" rtl="0" algn="l">
                <a:spcBef>
                  <a:spcPts val="225"/>
                </a:spcBef>
                <a:spcAft>
                  <a:spcPts val="225"/>
                </a:spcAft>
                <a:buNone/>
              </a:pPr>
              <a:r>
                <a:rPr b="0" i="1" lang="en" sz="850">
                  <a:solidFill>
                    <a:srgbClr val="FFFFFF"/>
                  </a:solidFill>
                  <a:latin typeface="Space Grotesk"/>
                  <a:ea typeface="Space Grotesk"/>
                  <a:cs typeface="Space Grotesk"/>
                  <a:sym typeface="Space Grotesk"/>
                </a:rPr>
                <a:t>Tokens encoded with Gson safe for every control character.</a:t>
              </a:r>
              <a:endParaRPr b="0" i="1" sz="850">
                <a:solidFill>
                  <a:srgbClr val="FFFFFF"/>
                </a:solidFill>
                <a:latin typeface="Space Grotesk"/>
                <a:ea typeface="Space Grotesk"/>
                <a:cs typeface="Space Grotesk"/>
                <a:sym typeface="Space Grotesk"/>
              </a:endParaRPr>
            </a:p>
          </p:txBody>
        </p:sp>
      </p:grpSp>
      <p:grpSp>
        <p:nvGrpSpPr>
          <p:cNvPr id="664" name="Google Shape;664;p52"/>
          <p:cNvGrpSpPr/>
          <p:nvPr/>
        </p:nvGrpSpPr>
        <p:grpSpPr>
          <a:xfrm>
            <a:off x="4762500" y="3190875"/>
            <a:ext cx="3810000" cy="1476300"/>
            <a:chOff x="0" y="0"/>
            <a:chExt cx="3810000" cy="1476300"/>
          </a:xfrm>
        </p:grpSpPr>
        <p:sp>
          <p:nvSpPr>
            <p:cNvPr id="665" name="Google Shape;665;p52"/>
            <p:cNvSpPr/>
            <p:nvPr/>
          </p:nvSpPr>
          <p:spPr>
            <a:xfrm>
              <a:off x="0" y="0"/>
              <a:ext cx="3810000" cy="1476300"/>
            </a:xfrm>
            <a:prstGeom prst="roundRect">
              <a:avLst>
                <a:gd fmla="val 5161" name="adj"/>
              </a:avLst>
            </a:prstGeom>
            <a:solidFill>
              <a:srgbClr val="222222"/>
            </a:solidFill>
            <a:ln cap="flat" cmpd="sng" w="9525">
              <a:solidFill>
                <a:srgbClr val="00E58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6" name="Google Shape;666;p52"/>
            <p:cNvSpPr txBox="1"/>
            <p:nvPr/>
          </p:nvSpPr>
          <p:spPr>
            <a:xfrm>
              <a:off x="142875" y="95250"/>
              <a:ext cx="3524400" cy="12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00E58E"/>
                  </a:solidFill>
                  <a:latin typeface="Space Grotesk"/>
                  <a:ea typeface="Space Grotesk"/>
                  <a:cs typeface="Space Grotesk"/>
                  <a:sym typeface="Space Grotesk"/>
                </a:rPr>
                <a:t>ENGINEERING STACK</a:t>
              </a:r>
              <a:endParaRPr b="1" sz="1050">
                <a:solidFill>
                  <a:srgbClr val="00E58E"/>
                </a:solidFill>
                <a:latin typeface="Space Grotesk"/>
                <a:ea typeface="Space Grotesk"/>
                <a:cs typeface="Space Grotesk"/>
                <a:sym typeface="Space Grotesk"/>
              </a:endParaRPr>
            </a:p>
            <a:p>
              <a:pPr indent="-285750" lvl="0" marL="457200" rtl="0" algn="l">
                <a:spcBef>
                  <a:spcPts val="375"/>
                </a:spcBef>
                <a:spcAft>
                  <a:spcPts val="0"/>
                </a:spcAft>
                <a:buClr>
                  <a:srgbClr val="FFFFFF"/>
                </a:buClr>
                <a:buSzPts val="900"/>
                <a:buFont typeface="Space Grotesk"/>
                <a:buChar char="●"/>
              </a:pPr>
              <a:r>
                <a:rPr b="1" lang="en" sz="900">
                  <a:solidFill>
                    <a:srgbClr val="FFFFFF"/>
                  </a:solidFill>
                  <a:latin typeface="Space Grotesk"/>
                  <a:ea typeface="Space Grotesk"/>
                  <a:cs typeface="Space Grotesk"/>
                  <a:sym typeface="Space Grotesk"/>
                </a:rPr>
                <a:t>Framework:</a:t>
              </a:r>
              <a:r>
                <a:rPr lang="en" sz="900">
                  <a:solidFill>
                    <a:srgbClr val="FFFFFF"/>
                  </a:solidFill>
                  <a:latin typeface="Space Grotesk"/>
                  <a:ea typeface="Space Grotesk"/>
                  <a:cs typeface="Space Grotesk"/>
                  <a:sym typeface="Space Grotesk"/>
                </a:rPr>
                <a:t> Spring Boot 3.2, Java 21</a:t>
              </a:r>
              <a:endParaRPr sz="900">
                <a:solidFill>
                  <a:srgbClr val="FFFFFF"/>
                </a:solidFill>
                <a:latin typeface="Space Grotesk"/>
                <a:ea typeface="Space Grotesk"/>
                <a:cs typeface="Space Grotesk"/>
                <a:sym typeface="Space Grotesk"/>
              </a:endParaRPr>
            </a:p>
            <a:p>
              <a:pPr indent="-285750" lvl="0" marL="457200" rtl="0" algn="l">
                <a:spcBef>
                  <a:spcPts val="150"/>
                </a:spcBef>
                <a:spcAft>
                  <a:spcPts val="0"/>
                </a:spcAft>
                <a:buClr>
                  <a:srgbClr val="FFFFFF"/>
                </a:buClr>
                <a:buSzPts val="900"/>
                <a:buFont typeface="Space Grotesk"/>
                <a:buChar char="●"/>
              </a:pPr>
              <a:r>
                <a:rPr b="1" lang="en" sz="900">
                  <a:solidFill>
                    <a:srgbClr val="FFFFFF"/>
                  </a:solidFill>
                  <a:latin typeface="Space Grotesk"/>
                  <a:ea typeface="Space Grotesk"/>
                  <a:cs typeface="Space Grotesk"/>
                  <a:sym typeface="Space Grotesk"/>
                </a:rPr>
                <a:t>Intelligence:</a:t>
              </a:r>
              <a:r>
                <a:rPr lang="en" sz="900">
                  <a:solidFill>
                    <a:srgbClr val="FFFFFF"/>
                  </a:solidFill>
                  <a:latin typeface="Space Grotesk"/>
                  <a:ea typeface="Space Grotesk"/>
                  <a:cs typeface="Space Grotesk"/>
                  <a:sym typeface="Space Grotesk"/>
                </a:rPr>
                <a:t> GPT-4o-mini, text-embedding-3 (batch API)</a:t>
              </a:r>
              <a:endParaRPr sz="900">
                <a:solidFill>
                  <a:srgbClr val="FFFFFF"/>
                </a:solidFill>
                <a:latin typeface="Space Grotesk"/>
                <a:ea typeface="Space Grotesk"/>
                <a:cs typeface="Space Grotesk"/>
                <a:sym typeface="Space Grotesk"/>
              </a:endParaRPr>
            </a:p>
            <a:p>
              <a:pPr indent="-285750" lvl="0" marL="457200" rtl="0" algn="l">
                <a:spcBef>
                  <a:spcPts val="150"/>
                </a:spcBef>
                <a:spcAft>
                  <a:spcPts val="0"/>
                </a:spcAft>
                <a:buClr>
                  <a:srgbClr val="FFFFFF"/>
                </a:buClr>
                <a:buSzPts val="900"/>
                <a:buFont typeface="Space Grotesk"/>
                <a:buChar char="●"/>
              </a:pPr>
              <a:r>
                <a:rPr b="1" lang="en" sz="900">
                  <a:solidFill>
                    <a:srgbClr val="FFFFFF"/>
                  </a:solidFill>
                  <a:latin typeface="Space Grotesk"/>
                  <a:ea typeface="Space Grotesk"/>
                  <a:cs typeface="Space Grotesk"/>
                  <a:sym typeface="Space Grotesk"/>
                </a:rPr>
                <a:t>Storage:</a:t>
              </a:r>
              <a:r>
                <a:rPr lang="en" sz="900">
                  <a:solidFill>
                    <a:srgbClr val="FFFFFF"/>
                  </a:solidFill>
                  <a:latin typeface="Space Grotesk"/>
                  <a:ea typeface="Space Grotesk"/>
                  <a:cs typeface="Space Grotesk"/>
                  <a:sym typeface="Space Grotesk"/>
                </a:rPr>
                <a:t> SQLite via JDBC</a:t>
              </a:r>
              <a:endParaRPr sz="900">
                <a:solidFill>
                  <a:srgbClr val="FFFFFF"/>
                </a:solidFill>
                <a:latin typeface="Space Grotesk"/>
                <a:ea typeface="Space Grotesk"/>
                <a:cs typeface="Space Grotesk"/>
                <a:sym typeface="Space Grotesk"/>
              </a:endParaRPr>
            </a:p>
            <a:p>
              <a:pPr indent="-285750" lvl="0" marL="457200" rtl="0" algn="l">
                <a:spcBef>
                  <a:spcPts val="150"/>
                </a:spcBef>
                <a:spcAft>
                  <a:spcPts val="0"/>
                </a:spcAft>
                <a:buClr>
                  <a:srgbClr val="FFFFFF"/>
                </a:buClr>
                <a:buSzPts val="900"/>
                <a:buFont typeface="Space Grotesk"/>
                <a:buChar char="●"/>
              </a:pPr>
              <a:r>
                <a:rPr b="1" lang="en" sz="900">
                  <a:solidFill>
                    <a:srgbClr val="FFFFFF"/>
                  </a:solidFill>
                  <a:latin typeface="Space Grotesk"/>
                  <a:ea typeface="Space Grotesk"/>
                  <a:cs typeface="Space Grotesk"/>
                  <a:sym typeface="Space Grotesk"/>
                </a:rPr>
                <a:t>Parsing:</a:t>
              </a:r>
              <a:r>
                <a:rPr lang="en" sz="900">
                  <a:solidFill>
                    <a:srgbClr val="FFFFFF"/>
                  </a:solidFill>
                  <a:latin typeface="Space Grotesk"/>
                  <a:ea typeface="Space Grotesk"/>
                  <a:cs typeface="Space Grotesk"/>
                  <a:sym typeface="Space Grotesk"/>
                </a:rPr>
                <a:t> PDFBox, POI, Jsoup, Gson</a:t>
              </a:r>
              <a:endParaRPr sz="900">
                <a:solidFill>
                  <a:srgbClr val="FFFFFF"/>
                </a:solidFill>
                <a:latin typeface="Space Grotesk"/>
                <a:ea typeface="Space Grotesk"/>
                <a:cs typeface="Space Grotesk"/>
                <a:sym typeface="Space Grotesk"/>
              </a:endParaRPr>
            </a:p>
            <a:p>
              <a:pPr indent="-285750" lvl="0" marL="457200" rtl="0" algn="l">
                <a:spcBef>
                  <a:spcPts val="150"/>
                </a:spcBef>
                <a:spcAft>
                  <a:spcPts val="0"/>
                </a:spcAft>
                <a:buClr>
                  <a:srgbClr val="FFFFFF"/>
                </a:buClr>
                <a:buSzPts val="900"/>
                <a:buFont typeface="Space Grotesk"/>
                <a:buChar char="●"/>
              </a:pPr>
              <a:r>
                <a:rPr b="1" lang="en" sz="900">
                  <a:solidFill>
                    <a:srgbClr val="FFFFFF"/>
                  </a:solidFill>
                  <a:latin typeface="Space Grotesk"/>
                  <a:ea typeface="Space Grotesk"/>
                  <a:cs typeface="Space Grotesk"/>
                  <a:sym typeface="Space Grotesk"/>
                </a:rPr>
                <a:t>Client:</a:t>
              </a:r>
              <a:r>
                <a:rPr lang="en" sz="900">
                  <a:solidFill>
                    <a:srgbClr val="FFFFFF"/>
                  </a:solidFill>
                  <a:latin typeface="Space Grotesk"/>
                  <a:ea typeface="Space Grotesk"/>
                  <a:cs typeface="Space Grotesk"/>
                  <a:sym typeface="Space Grotesk"/>
                </a:rPr>
                <a:t> OkHttp 4.12 (30s/120s/30s timeouts)</a:t>
              </a:r>
              <a:endParaRPr sz="900">
                <a:solidFill>
                  <a:srgbClr val="FFFFFF"/>
                </a:solidFill>
                <a:latin typeface="Space Grotesk"/>
                <a:ea typeface="Space Grotesk"/>
                <a:cs typeface="Space Grotesk"/>
                <a:sym typeface="Space Grotesk"/>
              </a:endParaRPr>
            </a:p>
            <a:p>
              <a:pPr indent="-285750" lvl="0" marL="457200" rtl="0" algn="l">
                <a:spcBef>
                  <a:spcPts val="150"/>
                </a:spcBef>
                <a:spcAft>
                  <a:spcPts val="150"/>
                </a:spcAft>
                <a:buClr>
                  <a:srgbClr val="FFFFFF"/>
                </a:buClr>
                <a:buSzPts val="900"/>
                <a:buFont typeface="Space Grotesk"/>
                <a:buChar char="●"/>
              </a:pPr>
              <a:r>
                <a:rPr b="1" lang="en" sz="900">
                  <a:solidFill>
                    <a:srgbClr val="FFFFFF"/>
                  </a:solidFill>
                  <a:latin typeface="Space Grotesk"/>
                  <a:ea typeface="Space Grotesk"/>
                  <a:cs typeface="Space Grotesk"/>
                  <a:sym typeface="Space Grotesk"/>
                </a:rPr>
                <a:t>Testing:</a:t>
              </a:r>
              <a:r>
                <a:rPr lang="en" sz="900">
                  <a:solidFill>
                    <a:srgbClr val="FFFFFF"/>
                  </a:solidFill>
                  <a:latin typeface="Space Grotesk"/>
                  <a:ea typeface="Space Grotesk"/>
                  <a:cs typeface="Space Grotesk"/>
                  <a:sym typeface="Space Grotesk"/>
                </a:rPr>
                <a:t> JUnit 5, Spring Test</a:t>
              </a:r>
              <a:endParaRPr sz="900">
                <a:solidFill>
                  <a:srgbClr val="FFFFFF"/>
                </a:solidFill>
                <a:latin typeface="Space Grotesk"/>
                <a:ea typeface="Space Grotesk"/>
                <a:cs typeface="Space Grotesk"/>
                <a:sym typeface="Space Grotesk"/>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53"/>
          <p:cNvSpPr txBox="1"/>
          <p:nvPr>
            <p:ph idx="3" type="body"/>
          </p:nvPr>
        </p:nvSpPr>
        <p:spPr>
          <a:xfrm>
            <a:off x="2959352" y="1399800"/>
            <a:ext cx="4171800" cy="2374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3300"/>
              <a:t>Project Core</a:t>
            </a:r>
            <a:endParaRPr sz="3300"/>
          </a:p>
          <a:p>
            <a:pPr indent="0" lvl="0" marL="0" rtl="0" algn="ctr">
              <a:spcBef>
                <a:spcPts val="0"/>
              </a:spcBef>
              <a:spcAft>
                <a:spcPts val="0"/>
              </a:spcAft>
              <a:buNone/>
            </a:pPr>
            <a:r>
              <a:rPr lang="en" sz="3300"/>
              <a:t>Code Walkthrough</a:t>
            </a:r>
            <a:endParaRPr sz="3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54"/>
          <p:cNvSpPr/>
          <p:nvPr/>
        </p:nvSpPr>
        <p:spPr>
          <a:xfrm>
            <a:off x="0" y="0"/>
            <a:ext cx="9144000" cy="5143500"/>
          </a:xfrm>
          <a:prstGeom prst="rect">
            <a:avLst/>
          </a:prstGeom>
          <a:solidFill>
            <a:srgbClr val="E7E7E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76" name="Google Shape;676;p54"/>
          <p:cNvGrpSpPr/>
          <p:nvPr/>
        </p:nvGrpSpPr>
        <p:grpSpPr>
          <a:xfrm>
            <a:off x="381000" y="285750"/>
            <a:ext cx="8382000" cy="847725"/>
            <a:chOff x="381000" y="285750"/>
            <a:chExt cx="8382000" cy="847725"/>
          </a:xfrm>
        </p:grpSpPr>
        <p:sp>
          <p:nvSpPr>
            <p:cNvPr id="677" name="Google Shape;677;p54"/>
            <p:cNvSpPr txBox="1"/>
            <p:nvPr/>
          </p:nvSpPr>
          <p:spPr>
            <a:xfrm>
              <a:off x="381000" y="28575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3800">
                  <a:solidFill>
                    <a:srgbClr val="000000"/>
                  </a:solidFill>
                  <a:latin typeface="Space Grotesk"/>
                  <a:ea typeface="Space Grotesk"/>
                  <a:cs typeface="Space Grotesk"/>
                  <a:sym typeface="Space Grotesk"/>
                </a:rPr>
                <a:t>PATTERNS</a:t>
              </a:r>
              <a:endParaRPr sz="3800">
                <a:solidFill>
                  <a:srgbClr val="000000"/>
                </a:solidFill>
                <a:latin typeface="Space Grotesk"/>
                <a:ea typeface="Space Grotesk"/>
                <a:cs typeface="Space Grotesk"/>
                <a:sym typeface="Space Grotesk"/>
              </a:endParaRPr>
            </a:p>
          </p:txBody>
        </p:sp>
        <p:sp>
          <p:nvSpPr>
            <p:cNvPr id="678" name="Google Shape;678;p54"/>
            <p:cNvSpPr/>
            <p:nvPr/>
          </p:nvSpPr>
          <p:spPr>
            <a:xfrm>
              <a:off x="381000" y="1095375"/>
              <a:ext cx="1143000" cy="38100"/>
            </a:xfrm>
            <a:prstGeom prst="rect">
              <a:avLst/>
            </a:prstGeom>
            <a:solidFill>
              <a:srgbClr val="00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79" name="Google Shape;679;p54"/>
          <p:cNvSpPr/>
          <p:nvPr/>
        </p:nvSpPr>
        <p:spPr>
          <a:xfrm>
            <a:off x="381000" y="1428750"/>
            <a:ext cx="8382000" cy="3238500"/>
          </a:xfrm>
          <a:prstGeom prst="roundRect">
            <a:avLst>
              <a:gd fmla="val 3529"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80" name="Google Shape;680;p54"/>
          <p:cNvGrpSpPr/>
          <p:nvPr/>
        </p:nvGrpSpPr>
        <p:grpSpPr>
          <a:xfrm>
            <a:off x="571500" y="1714500"/>
            <a:ext cx="4000500" cy="2667000"/>
            <a:chOff x="0" y="0"/>
            <a:chExt cx="4000500" cy="2667000"/>
          </a:xfrm>
        </p:grpSpPr>
        <p:sp>
          <p:nvSpPr>
            <p:cNvPr id="681" name="Google Shape;681;p54"/>
            <p:cNvSpPr/>
            <p:nvPr/>
          </p:nvSpPr>
          <p:spPr>
            <a:xfrm>
              <a:off x="0" y="0"/>
              <a:ext cx="4000500" cy="2667000"/>
            </a:xfrm>
            <a:prstGeom prst="roundRect">
              <a:avLst>
                <a:gd fmla="val 2857"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2" name="Google Shape;682;p54"/>
            <p:cNvSpPr txBox="1"/>
            <p:nvPr/>
          </p:nvSpPr>
          <p:spPr>
            <a:xfrm>
              <a:off x="190500" y="142875"/>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00E58E"/>
                  </a:solidFill>
                  <a:latin typeface="Space Grotesk"/>
                  <a:ea typeface="Space Grotesk"/>
                  <a:cs typeface="Space Grotesk"/>
                  <a:sym typeface="Space Grotesk"/>
                </a:rPr>
                <a:t>Inheritance &amp; Template Method</a:t>
              </a:r>
              <a:endParaRPr b="1" sz="1600">
                <a:solidFill>
                  <a:srgbClr val="00E58E"/>
                </a:solidFill>
                <a:latin typeface="Space Grotesk"/>
                <a:ea typeface="Space Grotesk"/>
                <a:cs typeface="Space Grotesk"/>
                <a:sym typeface="Space Grotesk"/>
              </a:endParaRPr>
            </a:p>
          </p:txBody>
        </p:sp>
        <p:sp>
          <p:nvSpPr>
            <p:cNvPr id="683" name="Google Shape;683;p54"/>
            <p:cNvSpPr txBox="1"/>
            <p:nvPr/>
          </p:nvSpPr>
          <p:spPr>
            <a:xfrm>
              <a:off x="190500" y="571500"/>
              <a:ext cx="36195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6B5D3"/>
                  </a:solidFill>
                  <a:latin typeface="Courier New"/>
                  <a:ea typeface="Courier New"/>
                  <a:cs typeface="Courier New"/>
                  <a:sym typeface="Courier New"/>
                </a:rPr>
                <a:t>BaseDocumentAdapter</a:t>
              </a:r>
              <a:r>
                <a:rPr lang="en" sz="1100">
                  <a:solidFill>
                    <a:srgbClr val="FFFFFF"/>
                  </a:solidFill>
                  <a:latin typeface="Space Grotesk"/>
                  <a:ea typeface="Space Grotesk"/>
                  <a:cs typeface="Space Grotesk"/>
                  <a:sym typeface="Space Grotesk"/>
                </a:rPr>
                <a:t> handles parsing logic for PDF, DOCX, and MD once.</a:t>
              </a:r>
              <a:endParaRPr sz="1100">
                <a:solidFill>
                  <a:srgbClr val="FFFFFF"/>
                </a:solidFill>
                <a:latin typeface="Space Grotesk"/>
                <a:ea typeface="Space Grotesk"/>
                <a:cs typeface="Space Grotesk"/>
                <a:sym typeface="Space Grotesk"/>
              </a:endParaRPr>
            </a:p>
            <a:p>
              <a:pPr indent="0" lvl="0" marL="0" rtl="0" algn="l">
                <a:spcBef>
                  <a:spcPts val="800"/>
                </a:spcBef>
                <a:spcAft>
                  <a:spcPts val="0"/>
                </a:spcAft>
                <a:buNone/>
              </a:pPr>
              <a:r>
                <a:rPr lang="en" sz="1100">
                  <a:solidFill>
                    <a:srgbClr val="FFFFFF"/>
                  </a:solidFill>
                  <a:latin typeface="Space Grotesk"/>
                  <a:ea typeface="Space Grotesk"/>
                  <a:cs typeface="Space Grotesk"/>
                  <a:sym typeface="Space Grotesk"/>
                </a:rPr>
                <a:t>Subclasses focus only on </a:t>
              </a:r>
              <a:r>
                <a:rPr b="1" lang="en" sz="1100">
                  <a:solidFill>
                    <a:srgbClr val="F6B5D3"/>
                  </a:solidFill>
                  <a:latin typeface="Courier New"/>
                  <a:ea typeface="Courier New"/>
                  <a:cs typeface="Courier New"/>
                  <a:sym typeface="Courier New"/>
                </a:rPr>
                <a:t>buildChunks()</a:t>
              </a:r>
              <a:r>
                <a:rPr lang="en" sz="1100">
                  <a:solidFill>
                    <a:srgbClr val="FFFFFF"/>
                  </a:solidFill>
                  <a:latin typeface="Space Grotesk"/>
                  <a:ea typeface="Space Grotesk"/>
                  <a:cs typeface="Space Grotesk"/>
                  <a:sym typeface="Space Grotesk"/>
                </a:rPr>
                <a:t>:</a:t>
              </a:r>
              <a:endParaRPr sz="1100">
                <a:solidFill>
                  <a:srgbClr val="FFFFFF"/>
                </a:solidFill>
                <a:latin typeface="Space Grotesk"/>
                <a:ea typeface="Space Grotesk"/>
                <a:cs typeface="Space Grotesk"/>
                <a:sym typeface="Space Grotesk"/>
              </a:endParaRPr>
            </a:p>
            <a:p>
              <a:pPr indent="-298450" lvl="0" marL="457200" rtl="0" algn="l">
                <a:spcBef>
                  <a:spcPts val="400"/>
                </a:spcBef>
                <a:spcAft>
                  <a:spcPts val="0"/>
                </a:spcAft>
                <a:buClr>
                  <a:srgbClr val="FFFFFF"/>
                </a:buClr>
                <a:buSzPts val="1100"/>
                <a:buFont typeface="Space Grotesk"/>
                <a:buChar char="●"/>
              </a:pPr>
              <a:r>
                <a:rPr b="1" lang="en" sz="1100">
                  <a:solidFill>
                    <a:srgbClr val="FFFFFF"/>
                  </a:solidFill>
                  <a:latin typeface="Space Grotesk"/>
                  <a:ea typeface="Space Grotesk"/>
                  <a:cs typeface="Space Grotesk"/>
                  <a:sym typeface="Space Grotesk"/>
                </a:rPr>
                <a:t>ScriptAdapter:</a:t>
              </a:r>
              <a:r>
                <a:rPr lang="en" sz="1100">
                  <a:solidFill>
                    <a:srgbClr val="FFFFFF"/>
                  </a:solidFill>
                  <a:latin typeface="Space Grotesk"/>
                  <a:ea typeface="Space Grotesk"/>
                  <a:cs typeface="Space Grotesk"/>
                  <a:sym typeface="Space Grotesk"/>
                </a:rPr>
                <a:t> Scene-boundary splitting</a:t>
              </a:r>
              <a:endParaRPr sz="1100">
                <a:solidFill>
                  <a:srgbClr val="FFFFFF"/>
                </a:solidFill>
                <a:latin typeface="Space Grotesk"/>
                <a:ea typeface="Space Grotesk"/>
                <a:cs typeface="Space Grotesk"/>
                <a:sym typeface="Space Grotesk"/>
              </a:endParaRPr>
            </a:p>
            <a:p>
              <a:pPr indent="-298450" lvl="0" marL="457200" rtl="0" algn="l">
                <a:spcBef>
                  <a:spcPts val="400"/>
                </a:spcBef>
                <a:spcAft>
                  <a:spcPts val="0"/>
                </a:spcAft>
                <a:buClr>
                  <a:srgbClr val="FFFFFF"/>
                </a:buClr>
                <a:buSzPts val="1100"/>
                <a:buFont typeface="Space Grotesk"/>
                <a:buChar char="●"/>
              </a:pPr>
              <a:r>
                <a:rPr b="1" lang="en" sz="1100">
                  <a:solidFill>
                    <a:srgbClr val="FFFFFF"/>
                  </a:solidFill>
                  <a:latin typeface="Space Grotesk"/>
                  <a:ea typeface="Space Grotesk"/>
                  <a:cs typeface="Space Grotesk"/>
                  <a:sym typeface="Space Grotesk"/>
                </a:rPr>
                <a:t>RentalLawAdapter:</a:t>
              </a:r>
              <a:r>
                <a:rPr lang="en" sz="1100">
                  <a:solidFill>
                    <a:srgbClr val="FFFFFF"/>
                  </a:solidFill>
                  <a:latin typeface="Space Grotesk"/>
                  <a:ea typeface="Space Grotesk"/>
                  <a:cs typeface="Space Grotesk"/>
                  <a:sym typeface="Space Grotesk"/>
                </a:rPr>
                <a:t> Section-number splitting</a:t>
              </a:r>
              <a:endParaRPr sz="1100">
                <a:solidFill>
                  <a:srgbClr val="FFFFFF"/>
                </a:solidFill>
                <a:latin typeface="Space Grotesk"/>
                <a:ea typeface="Space Grotesk"/>
                <a:cs typeface="Space Grotesk"/>
                <a:sym typeface="Space Grotesk"/>
              </a:endParaRPr>
            </a:p>
            <a:p>
              <a:pPr indent="-298450" lvl="0" marL="457200" rtl="0" algn="l">
                <a:spcBef>
                  <a:spcPts val="400"/>
                </a:spcBef>
                <a:spcAft>
                  <a:spcPts val="400"/>
                </a:spcAft>
                <a:buClr>
                  <a:srgbClr val="FFFFFF"/>
                </a:buClr>
                <a:buSzPts val="1100"/>
                <a:buFont typeface="Space Grotesk"/>
                <a:buChar char="●"/>
              </a:pPr>
              <a:r>
                <a:rPr b="1" lang="en" sz="1100">
                  <a:solidFill>
                    <a:srgbClr val="FFFFFF"/>
                  </a:solidFill>
                  <a:latin typeface="Space Grotesk"/>
                  <a:ea typeface="Space Grotesk"/>
                  <a:cs typeface="Space Grotesk"/>
                  <a:sym typeface="Space Grotesk"/>
                </a:rPr>
                <a:t>GeneralAdapter:</a:t>
              </a:r>
              <a:r>
                <a:rPr lang="en" sz="1100">
                  <a:solidFill>
                    <a:srgbClr val="FFFFFF"/>
                  </a:solidFill>
                  <a:latin typeface="Space Grotesk"/>
                  <a:ea typeface="Space Grotesk"/>
                  <a:cs typeface="Space Grotesk"/>
                  <a:sym typeface="Space Grotesk"/>
                </a:rPr>
                <a:t> Fixed-size w/ overlap</a:t>
              </a:r>
              <a:endParaRPr sz="1100">
                <a:solidFill>
                  <a:srgbClr val="FFFFFF"/>
                </a:solidFill>
                <a:latin typeface="Space Grotesk"/>
                <a:ea typeface="Space Grotesk"/>
                <a:cs typeface="Space Grotesk"/>
                <a:sym typeface="Space Grotesk"/>
              </a:endParaRPr>
            </a:p>
          </p:txBody>
        </p:sp>
      </p:grpSp>
      <p:grpSp>
        <p:nvGrpSpPr>
          <p:cNvPr id="684" name="Google Shape;684;p54"/>
          <p:cNvGrpSpPr/>
          <p:nvPr/>
        </p:nvGrpSpPr>
        <p:grpSpPr>
          <a:xfrm>
            <a:off x="4762500" y="1714500"/>
            <a:ext cx="3810000" cy="2667000"/>
            <a:chOff x="0" y="0"/>
            <a:chExt cx="3810000" cy="2667000"/>
          </a:xfrm>
        </p:grpSpPr>
        <p:sp>
          <p:nvSpPr>
            <p:cNvPr id="685" name="Google Shape;685;p54"/>
            <p:cNvSpPr/>
            <p:nvPr/>
          </p:nvSpPr>
          <p:spPr>
            <a:xfrm>
              <a:off x="0" y="0"/>
              <a:ext cx="3810000" cy="2667000"/>
            </a:xfrm>
            <a:prstGeom prst="roundRect">
              <a:avLst>
                <a:gd fmla="val 2857"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6" name="Google Shape;686;p54"/>
            <p:cNvSpPr txBox="1"/>
            <p:nvPr/>
          </p:nvSpPr>
          <p:spPr>
            <a:xfrm>
              <a:off x="190500" y="142875"/>
              <a:ext cx="3429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00E58E"/>
                  </a:solidFill>
                  <a:latin typeface="Space Grotesk"/>
                  <a:ea typeface="Space Grotesk"/>
                  <a:cs typeface="Space Grotesk"/>
                  <a:sym typeface="Space Grotesk"/>
                </a:rPr>
                <a:t>Interface &amp; Polymorphism</a:t>
              </a:r>
              <a:endParaRPr b="1" sz="1600">
                <a:solidFill>
                  <a:srgbClr val="00E58E"/>
                </a:solidFill>
                <a:latin typeface="Space Grotesk"/>
                <a:ea typeface="Space Grotesk"/>
                <a:cs typeface="Space Grotesk"/>
                <a:sym typeface="Space Grotesk"/>
              </a:endParaRPr>
            </a:p>
          </p:txBody>
        </p:sp>
        <p:sp>
          <p:nvSpPr>
            <p:cNvPr id="687" name="Google Shape;687;p54"/>
            <p:cNvSpPr txBox="1"/>
            <p:nvPr/>
          </p:nvSpPr>
          <p:spPr>
            <a:xfrm>
              <a:off x="190500" y="571500"/>
              <a:ext cx="3429000" cy="1714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6B5D3"/>
                  </a:solidFill>
                  <a:latin typeface="Courier New"/>
                  <a:ea typeface="Courier New"/>
                  <a:cs typeface="Courier New"/>
                  <a:sym typeface="Courier New"/>
                </a:rPr>
                <a:t>VectorStore</a:t>
              </a:r>
              <a:r>
                <a:rPr lang="en" sz="1100">
                  <a:solidFill>
                    <a:srgbClr val="FFFFFF"/>
                  </a:solidFill>
                  <a:latin typeface="Space Grotesk"/>
                  <a:ea typeface="Space Grotesk"/>
                  <a:cs typeface="Space Grotesk"/>
                  <a:sym typeface="Space Grotesk"/>
                </a:rPr>
                <a:t> interface decouples the core logic from storage details.</a:t>
              </a:r>
              <a:endParaRPr sz="1100">
                <a:solidFill>
                  <a:srgbClr val="FFFFFF"/>
                </a:solidFill>
                <a:latin typeface="Space Grotesk"/>
                <a:ea typeface="Space Grotesk"/>
                <a:cs typeface="Space Grotesk"/>
                <a:sym typeface="Space Grotesk"/>
              </a:endParaRPr>
            </a:p>
            <a:p>
              <a:pPr indent="0" lvl="0" marL="0" rtl="0" algn="l">
                <a:spcBef>
                  <a:spcPts val="1000"/>
                </a:spcBef>
                <a:spcAft>
                  <a:spcPts val="0"/>
                </a:spcAft>
                <a:buNone/>
              </a:pPr>
              <a:r>
                <a:rPr b="1" lang="en" sz="1100">
                  <a:solidFill>
                    <a:srgbClr val="F6B5D3"/>
                  </a:solidFill>
                  <a:latin typeface="Courier New"/>
                  <a:ea typeface="Courier New"/>
                  <a:cs typeface="Courier New"/>
                  <a:sym typeface="Courier New"/>
                </a:rPr>
                <a:t>@Primary SQLiteVectorStore</a:t>
              </a:r>
              <a:endParaRPr sz="1100">
                <a:solidFill>
                  <a:srgbClr val="FFFFFF"/>
                </a:solidFill>
                <a:latin typeface="Space Grotesk"/>
                <a:ea typeface="Space Grotesk"/>
                <a:cs typeface="Space Grotesk"/>
                <a:sym typeface="Space Grotesk"/>
              </a:endParaRPr>
            </a:p>
            <a:p>
              <a:pPr indent="0" lvl="0" marL="0" rtl="0" algn="l">
                <a:spcBef>
                  <a:spcPts val="600"/>
                </a:spcBef>
                <a:spcAft>
                  <a:spcPts val="1000"/>
                </a:spcAft>
                <a:buNone/>
              </a:pPr>
              <a:r>
                <a:rPr lang="en" sz="1100">
                  <a:solidFill>
                    <a:srgbClr val="FFFFFF"/>
                  </a:solidFill>
                  <a:latin typeface="Space Grotesk"/>
                  <a:ea typeface="Space Grotesk"/>
                  <a:cs typeface="Space Grotesk"/>
                  <a:sym typeface="Space Grotesk"/>
                </a:rPr>
                <a:t>Persistent storage is swapped in for </a:t>
              </a:r>
              <a:r>
                <a:rPr b="1" lang="en" sz="1100">
                  <a:solidFill>
                    <a:srgbClr val="F6B5D3"/>
                  </a:solidFill>
                  <a:latin typeface="Courier New"/>
                  <a:ea typeface="Courier New"/>
                  <a:cs typeface="Courier New"/>
                  <a:sym typeface="Courier New"/>
                </a:rPr>
                <a:t>InMemoryVectorStore</a:t>
              </a:r>
              <a:r>
                <a:rPr lang="en" sz="1100">
                  <a:solidFill>
                    <a:srgbClr val="FFFFFF"/>
                  </a:solidFill>
                  <a:latin typeface="Space Grotesk"/>
                  <a:ea typeface="Space Grotesk"/>
                  <a:cs typeface="Space Grotesk"/>
                  <a:sym typeface="Space Grotesk"/>
                </a:rPr>
                <a:t> with zero code changes in the Orchestrator.</a:t>
              </a:r>
              <a:endParaRPr sz="1100">
                <a:solidFill>
                  <a:srgbClr val="FFFFFF"/>
                </a:solidFill>
                <a:latin typeface="Space Grotesk"/>
                <a:ea typeface="Space Grotesk"/>
                <a:cs typeface="Space Grotesk"/>
                <a:sym typeface="Space Grotesk"/>
              </a:endParaRPr>
            </a:p>
          </p:txBody>
        </p:sp>
        <p:sp>
          <p:nvSpPr>
            <p:cNvPr id="688" name="Google Shape;688;p54"/>
            <p:cNvSpPr/>
            <p:nvPr/>
          </p:nvSpPr>
          <p:spPr>
            <a:xfrm>
              <a:off x="190500" y="2047875"/>
              <a:ext cx="952500" cy="38100"/>
            </a:xfrm>
            <a:prstGeom prst="rect">
              <a:avLst/>
            </a:prstGeom>
            <a:solidFill>
              <a:srgbClr val="00E58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55"/>
          <p:cNvSpPr txBox="1"/>
          <p:nvPr/>
        </p:nvSpPr>
        <p:spPr>
          <a:xfrm>
            <a:off x="381000" y="28575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225"/>
              </a:spcAft>
              <a:buNone/>
            </a:pPr>
            <a:r>
              <a:rPr b="0" lang="en" sz="3800">
                <a:solidFill>
                  <a:srgbClr val="000000"/>
                </a:solidFill>
                <a:latin typeface="Space Grotesk"/>
                <a:ea typeface="Space Grotesk"/>
                <a:cs typeface="Space Grotesk"/>
                <a:sym typeface="Space Grotesk"/>
              </a:rPr>
              <a:t>OmniRAG LIMITATIONS</a:t>
            </a:r>
            <a:endParaRPr b="0" sz="3800">
              <a:solidFill>
                <a:srgbClr val="000000"/>
              </a:solidFill>
              <a:latin typeface="Space Grotesk"/>
              <a:ea typeface="Space Grotesk"/>
              <a:cs typeface="Space Grotesk"/>
              <a:sym typeface="Space Grotesk"/>
            </a:endParaRPr>
          </a:p>
        </p:txBody>
      </p:sp>
      <p:sp>
        <p:nvSpPr>
          <p:cNvPr id="694" name="Google Shape;694;p55"/>
          <p:cNvSpPr/>
          <p:nvPr/>
        </p:nvSpPr>
        <p:spPr>
          <a:xfrm>
            <a:off x="381000" y="1381125"/>
            <a:ext cx="8382000" cy="3381300"/>
          </a:xfrm>
          <a:prstGeom prst="roundRect">
            <a:avLst>
              <a:gd fmla="val 3380"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5" name="Google Shape;695;p55"/>
          <p:cNvSpPr/>
          <p:nvPr/>
        </p:nvSpPr>
        <p:spPr>
          <a:xfrm>
            <a:off x="381000" y="1095375"/>
            <a:ext cx="1143000" cy="38100"/>
          </a:xfrm>
          <a:prstGeom prst="rect">
            <a:avLst/>
          </a:prstGeom>
          <a:solidFill>
            <a:srgbClr val="00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96" name="Google Shape;696;p55"/>
          <p:cNvGrpSpPr/>
          <p:nvPr/>
        </p:nvGrpSpPr>
        <p:grpSpPr>
          <a:xfrm>
            <a:off x="571500" y="1571625"/>
            <a:ext cx="2571900" cy="1428900"/>
            <a:chOff x="571500" y="1571625"/>
            <a:chExt cx="2571900" cy="1428900"/>
          </a:xfrm>
        </p:grpSpPr>
        <p:sp>
          <p:nvSpPr>
            <p:cNvPr id="697" name="Google Shape;697;p55"/>
            <p:cNvSpPr/>
            <p:nvPr/>
          </p:nvSpPr>
          <p:spPr>
            <a:xfrm>
              <a:off x="571500" y="1571625"/>
              <a:ext cx="2571900" cy="1428900"/>
            </a:xfrm>
            <a:prstGeom prst="roundRect">
              <a:avLst>
                <a:gd fmla="val 5333"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8" name="Google Shape;698;p55"/>
            <p:cNvSpPr txBox="1"/>
            <p:nvPr/>
          </p:nvSpPr>
          <p:spPr>
            <a:xfrm>
              <a:off x="714375" y="1714500"/>
              <a:ext cx="2286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FF269"/>
                  </a:solidFill>
                  <a:latin typeface="Space Grotesk"/>
                  <a:ea typeface="Space Grotesk"/>
                  <a:cs typeface="Space Grotesk"/>
                  <a:sym typeface="Space Grotesk"/>
                </a:rPr>
                <a:t>01. FILE SIZE CAPACITY</a:t>
              </a:r>
              <a:endParaRPr b="1" sz="1200">
                <a:solidFill>
                  <a:srgbClr val="FFF269"/>
                </a:solidFill>
                <a:latin typeface="Space Grotesk"/>
                <a:ea typeface="Space Grotesk"/>
                <a:cs typeface="Space Grotesk"/>
                <a:sym typeface="Space Grotesk"/>
              </a:endParaRPr>
            </a:p>
            <a:p>
              <a:pPr indent="0" lvl="0" marL="0" rtl="0" algn="l">
                <a:spcBef>
                  <a:spcPts val="400"/>
                </a:spcBef>
                <a:spcAft>
                  <a:spcPts val="0"/>
                </a:spcAft>
                <a:buNone/>
              </a:pPr>
              <a:r>
                <a:rPr b="0" lang="en" sz="750">
                  <a:solidFill>
                    <a:srgbClr val="F6B5D3"/>
                  </a:solidFill>
                  <a:latin typeface="Courier New"/>
                  <a:ea typeface="Courier New"/>
                  <a:cs typeface="Courier New"/>
                  <a:sym typeface="Courier New"/>
                </a:rPr>
                <a:t>max-file-size: 50MB</a:t>
              </a:r>
              <a:endParaRPr b="0" sz="750">
                <a:solidFill>
                  <a:srgbClr val="F6B5D3"/>
                </a:solidFill>
                <a:latin typeface="Courier New"/>
                <a:ea typeface="Courier New"/>
                <a:cs typeface="Courier New"/>
                <a:sym typeface="Courier New"/>
              </a:endParaRPr>
            </a:p>
            <a:p>
              <a:pPr indent="0" lvl="0" marL="0" rtl="0" algn="l">
                <a:spcBef>
                  <a:spcPts val="400"/>
                </a:spcBef>
                <a:spcAft>
                  <a:spcPts val="0"/>
                </a:spcAft>
                <a:buNone/>
              </a:pPr>
              <a:r>
                <a:rPr b="0" lang="en" sz="850">
                  <a:solidFill>
                    <a:srgbClr val="E7E7E7"/>
                  </a:solidFill>
                  <a:latin typeface="Space Grotesk"/>
                  <a:ea typeface="Space Grotesk"/>
                  <a:cs typeface="Space Grotesk"/>
                  <a:sym typeface="Space Grotesk"/>
                </a:rPr>
                <a:t>Hard cap configured in application properties. Requests exceeding 50MB are rejected at network layer.</a:t>
              </a:r>
              <a:endParaRPr b="0" sz="850">
                <a:solidFill>
                  <a:srgbClr val="E7E7E7"/>
                </a:solidFill>
                <a:latin typeface="Space Grotesk"/>
                <a:ea typeface="Space Grotesk"/>
                <a:cs typeface="Space Grotesk"/>
                <a:sym typeface="Space Grotesk"/>
              </a:endParaRPr>
            </a:p>
          </p:txBody>
        </p:sp>
      </p:grpSp>
      <p:grpSp>
        <p:nvGrpSpPr>
          <p:cNvPr id="699" name="Google Shape;699;p55"/>
          <p:cNvGrpSpPr/>
          <p:nvPr/>
        </p:nvGrpSpPr>
        <p:grpSpPr>
          <a:xfrm>
            <a:off x="3286125" y="1571625"/>
            <a:ext cx="2571900" cy="1428900"/>
            <a:chOff x="3286125" y="1571625"/>
            <a:chExt cx="2571900" cy="1428900"/>
          </a:xfrm>
        </p:grpSpPr>
        <p:sp>
          <p:nvSpPr>
            <p:cNvPr id="700" name="Google Shape;700;p55"/>
            <p:cNvSpPr/>
            <p:nvPr/>
          </p:nvSpPr>
          <p:spPr>
            <a:xfrm>
              <a:off x="3286125" y="1571625"/>
              <a:ext cx="2571900" cy="1428900"/>
            </a:xfrm>
            <a:prstGeom prst="roundRect">
              <a:avLst>
                <a:gd fmla="val 5333"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1" name="Google Shape;701;p55"/>
            <p:cNvSpPr txBox="1"/>
            <p:nvPr/>
          </p:nvSpPr>
          <p:spPr>
            <a:xfrm>
              <a:off x="3429000" y="1714500"/>
              <a:ext cx="2286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FF269"/>
                  </a:solidFill>
                  <a:latin typeface="Space Grotesk"/>
                  <a:ea typeface="Space Grotesk"/>
                  <a:cs typeface="Space Grotesk"/>
                  <a:sym typeface="Space Grotesk"/>
                </a:rPr>
                <a:t>02. ACCEPTED FORMATS</a:t>
              </a:r>
              <a:endParaRPr b="1" sz="1200">
                <a:solidFill>
                  <a:srgbClr val="FFF269"/>
                </a:solidFill>
                <a:latin typeface="Space Grotesk"/>
                <a:ea typeface="Space Grotesk"/>
                <a:cs typeface="Space Grotesk"/>
                <a:sym typeface="Space Grotesk"/>
              </a:endParaRPr>
            </a:p>
            <a:p>
              <a:pPr indent="0" lvl="0" marL="0" rtl="0" algn="l">
                <a:spcBef>
                  <a:spcPts val="400"/>
                </a:spcBef>
                <a:spcAft>
                  <a:spcPts val="0"/>
                </a:spcAft>
                <a:buNone/>
              </a:pPr>
              <a:r>
                <a:rPr b="0" i="1" lang="en" sz="750">
                  <a:solidFill>
                    <a:srgbClr val="00E58E"/>
                  </a:solidFill>
                  <a:latin typeface="Space Grotesk"/>
                  <a:ea typeface="Space Grotesk"/>
                  <a:cs typeface="Space Grotesk"/>
                  <a:sym typeface="Space Grotesk"/>
                </a:rPr>
                <a:t>PDF, DOCX, MD, SRT, VTT, TXT, HTML, CSV, JSON, FDX</a:t>
              </a:r>
              <a:endParaRPr b="0" i="1" sz="750">
                <a:solidFill>
                  <a:srgbClr val="00E58E"/>
                </a:solidFill>
                <a:latin typeface="Space Grotesk"/>
                <a:ea typeface="Space Grotesk"/>
                <a:cs typeface="Space Grotesk"/>
                <a:sym typeface="Space Grotesk"/>
              </a:endParaRPr>
            </a:p>
            <a:p>
              <a:pPr indent="0" lvl="0" marL="0" rtl="0" algn="l">
                <a:spcBef>
                  <a:spcPts val="400"/>
                </a:spcBef>
                <a:spcAft>
                  <a:spcPts val="0"/>
                </a:spcAft>
                <a:buNone/>
              </a:pPr>
              <a:r>
                <a:rPr b="0" lang="en" sz="850">
                  <a:solidFill>
                    <a:srgbClr val="E7E7E7"/>
                  </a:solidFill>
                  <a:latin typeface="Space Grotesk"/>
                  <a:ea typeface="Space Grotesk"/>
                  <a:cs typeface="Space Grotesk"/>
                  <a:sym typeface="Space Grotesk"/>
                </a:rPr>
                <a:t>Strict whitelist; unsupported types trigger 400 IllegalArgumentException.</a:t>
              </a:r>
              <a:endParaRPr b="0" sz="850">
                <a:solidFill>
                  <a:srgbClr val="E7E7E7"/>
                </a:solidFill>
                <a:latin typeface="Space Grotesk"/>
                <a:ea typeface="Space Grotesk"/>
                <a:cs typeface="Space Grotesk"/>
                <a:sym typeface="Space Grotesk"/>
              </a:endParaRPr>
            </a:p>
          </p:txBody>
        </p:sp>
      </p:grpSp>
      <p:grpSp>
        <p:nvGrpSpPr>
          <p:cNvPr id="702" name="Google Shape;702;p55"/>
          <p:cNvGrpSpPr/>
          <p:nvPr/>
        </p:nvGrpSpPr>
        <p:grpSpPr>
          <a:xfrm>
            <a:off x="6000750" y="1571625"/>
            <a:ext cx="2571900" cy="1428900"/>
            <a:chOff x="6000750" y="1571625"/>
            <a:chExt cx="2571900" cy="1428900"/>
          </a:xfrm>
        </p:grpSpPr>
        <p:sp>
          <p:nvSpPr>
            <p:cNvPr id="703" name="Google Shape;703;p55"/>
            <p:cNvSpPr/>
            <p:nvPr/>
          </p:nvSpPr>
          <p:spPr>
            <a:xfrm>
              <a:off x="6000750" y="1571625"/>
              <a:ext cx="2571900" cy="1428900"/>
            </a:xfrm>
            <a:prstGeom prst="roundRect">
              <a:avLst>
                <a:gd fmla="val 5333"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4" name="Google Shape;704;p55"/>
            <p:cNvSpPr txBox="1"/>
            <p:nvPr/>
          </p:nvSpPr>
          <p:spPr>
            <a:xfrm>
              <a:off x="6143625" y="1714500"/>
              <a:ext cx="2286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FF269"/>
                  </a:solidFill>
                  <a:latin typeface="Space Grotesk"/>
                  <a:ea typeface="Space Grotesk"/>
                  <a:cs typeface="Space Grotesk"/>
                  <a:sym typeface="Space Grotesk"/>
                </a:rPr>
                <a:t>03. EMBEDDING LIMITS</a:t>
              </a:r>
              <a:endParaRPr b="1" sz="1200">
                <a:solidFill>
                  <a:srgbClr val="FFF269"/>
                </a:solidFill>
                <a:latin typeface="Space Grotesk"/>
                <a:ea typeface="Space Grotesk"/>
                <a:cs typeface="Space Grotesk"/>
                <a:sym typeface="Space Grotesk"/>
              </a:endParaRPr>
            </a:p>
            <a:p>
              <a:pPr indent="0" lvl="0" marL="0" rtl="0" algn="l">
                <a:spcBef>
                  <a:spcPts val="400"/>
                </a:spcBef>
                <a:spcAft>
                  <a:spcPts val="0"/>
                </a:spcAft>
                <a:buNone/>
              </a:pPr>
              <a:r>
                <a:rPr b="0" lang="en" sz="750">
                  <a:solidFill>
                    <a:srgbClr val="F6B5D3"/>
                  </a:solidFill>
                  <a:latin typeface="Courier New"/>
                  <a:ea typeface="Courier New"/>
                  <a:cs typeface="Courier New"/>
                  <a:sym typeface="Courier New"/>
                </a:rPr>
                <a:t>Batch: 300,000 Tokens</a:t>
              </a:r>
              <a:endParaRPr b="0" sz="750">
                <a:solidFill>
                  <a:srgbClr val="F6B5D3"/>
                </a:solidFill>
                <a:latin typeface="Courier New"/>
                <a:ea typeface="Courier New"/>
                <a:cs typeface="Courier New"/>
                <a:sym typeface="Courier New"/>
              </a:endParaRPr>
            </a:p>
            <a:p>
              <a:pPr indent="0" lvl="0" marL="0" rtl="0" algn="l">
                <a:spcBef>
                  <a:spcPts val="400"/>
                </a:spcBef>
                <a:spcAft>
                  <a:spcPts val="0"/>
                </a:spcAft>
                <a:buNone/>
              </a:pPr>
              <a:r>
                <a:rPr b="0" lang="en" sz="850">
                  <a:solidFill>
                    <a:srgbClr val="E7E7E7"/>
                  </a:solidFill>
                  <a:latin typeface="Space Grotesk"/>
                  <a:ea typeface="Space Grotesk"/>
                  <a:cs typeface="Space Grotesk"/>
                  <a:sym typeface="Space Grotesk"/>
                </a:rPr>
                <a:t>Groups of 100 chunks must stay under OpenAI's 300k limit. Minimal risk for standard chunking.</a:t>
              </a:r>
              <a:endParaRPr b="0" sz="850">
                <a:solidFill>
                  <a:srgbClr val="E7E7E7"/>
                </a:solidFill>
                <a:latin typeface="Space Grotesk"/>
                <a:ea typeface="Space Grotesk"/>
                <a:cs typeface="Space Grotesk"/>
                <a:sym typeface="Space Grotesk"/>
              </a:endParaRPr>
            </a:p>
          </p:txBody>
        </p:sp>
      </p:grpSp>
      <p:grpSp>
        <p:nvGrpSpPr>
          <p:cNvPr id="705" name="Google Shape;705;p55"/>
          <p:cNvGrpSpPr/>
          <p:nvPr/>
        </p:nvGrpSpPr>
        <p:grpSpPr>
          <a:xfrm>
            <a:off x="571500" y="3143250"/>
            <a:ext cx="3924300" cy="1428900"/>
            <a:chOff x="571500" y="3143250"/>
            <a:chExt cx="3924300" cy="1428900"/>
          </a:xfrm>
        </p:grpSpPr>
        <p:sp>
          <p:nvSpPr>
            <p:cNvPr id="706" name="Google Shape;706;p55"/>
            <p:cNvSpPr/>
            <p:nvPr/>
          </p:nvSpPr>
          <p:spPr>
            <a:xfrm>
              <a:off x="571500" y="3143250"/>
              <a:ext cx="3924300" cy="1428900"/>
            </a:xfrm>
            <a:prstGeom prst="roundRect">
              <a:avLst>
                <a:gd fmla="val 5333"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7" name="Google Shape;707;p55"/>
            <p:cNvSpPr txBox="1"/>
            <p:nvPr/>
          </p:nvSpPr>
          <p:spPr>
            <a:xfrm>
              <a:off x="714375" y="3286125"/>
              <a:ext cx="36387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FF269"/>
                  </a:solidFill>
                  <a:latin typeface="Space Grotesk"/>
                  <a:ea typeface="Space Grotesk"/>
                  <a:cs typeface="Space Grotesk"/>
                  <a:sym typeface="Space Grotesk"/>
                </a:rPr>
                <a:t>04. AUTH &amp; RATE LIMITING</a:t>
              </a:r>
              <a:endParaRPr b="1" sz="1200">
                <a:solidFill>
                  <a:srgbClr val="FFF269"/>
                </a:solidFill>
                <a:latin typeface="Space Grotesk"/>
                <a:ea typeface="Space Grotesk"/>
                <a:cs typeface="Space Grotesk"/>
                <a:sym typeface="Space Grotesk"/>
              </a:endParaRPr>
            </a:p>
            <a:p>
              <a:pPr indent="0" lvl="0" marL="0" rtl="0" algn="l">
                <a:spcBef>
                  <a:spcPts val="400"/>
                </a:spcBef>
                <a:spcAft>
                  <a:spcPts val="0"/>
                </a:spcAft>
                <a:buNone/>
              </a:pPr>
              <a:r>
                <a:rPr b="0" lang="en" sz="850">
                  <a:solidFill>
                    <a:srgbClr val="E7E7E7"/>
                  </a:solidFill>
                  <a:latin typeface="Space Grotesk"/>
                  <a:ea typeface="Space Grotesk"/>
                  <a:cs typeface="Space Grotesk"/>
                  <a:sym typeface="Space Grotesk"/>
                </a:rPr>
                <a:t>No login, no rate limits, no per-user quotas. Accessible for anonymous query/upload.</a:t>
              </a:r>
              <a:endParaRPr b="0" sz="850">
                <a:solidFill>
                  <a:srgbClr val="E7E7E7"/>
                </a:solidFill>
                <a:latin typeface="Space Grotesk"/>
                <a:ea typeface="Space Grotesk"/>
                <a:cs typeface="Space Grotesk"/>
                <a:sym typeface="Space Grotesk"/>
              </a:endParaRPr>
            </a:p>
            <a:p>
              <a:pPr indent="0" lvl="0" marL="0" rtl="0" algn="l">
                <a:spcBef>
                  <a:spcPts val="400"/>
                </a:spcBef>
                <a:spcAft>
                  <a:spcPts val="0"/>
                </a:spcAft>
                <a:buNone/>
              </a:pPr>
              <a:r>
                <a:rPr b="0" i="1" lang="en" sz="800">
                  <a:solidFill>
                    <a:srgbClr val="00E58E"/>
                  </a:solidFill>
                  <a:latin typeface="Space Grotesk"/>
                  <a:ea typeface="Space Grotesk"/>
                  <a:cs typeface="Space Grotesk"/>
                  <a:sym typeface="Space Grotesk"/>
                </a:rPr>
                <a:t>Design Priority: Open Access &gt; Security</a:t>
              </a:r>
              <a:endParaRPr b="0" i="1" sz="800">
                <a:solidFill>
                  <a:srgbClr val="00E58E"/>
                </a:solidFill>
                <a:latin typeface="Space Grotesk"/>
                <a:ea typeface="Space Grotesk"/>
                <a:cs typeface="Space Grotesk"/>
                <a:sym typeface="Space Grotesk"/>
              </a:endParaRPr>
            </a:p>
          </p:txBody>
        </p:sp>
      </p:grpSp>
      <p:grpSp>
        <p:nvGrpSpPr>
          <p:cNvPr id="708" name="Google Shape;708;p55"/>
          <p:cNvGrpSpPr/>
          <p:nvPr/>
        </p:nvGrpSpPr>
        <p:grpSpPr>
          <a:xfrm>
            <a:off x="4648200" y="3143250"/>
            <a:ext cx="3924300" cy="1428900"/>
            <a:chOff x="4648200" y="3143250"/>
            <a:chExt cx="3924300" cy="1428900"/>
          </a:xfrm>
        </p:grpSpPr>
        <p:sp>
          <p:nvSpPr>
            <p:cNvPr id="709" name="Google Shape;709;p55"/>
            <p:cNvSpPr/>
            <p:nvPr/>
          </p:nvSpPr>
          <p:spPr>
            <a:xfrm>
              <a:off x="4648200" y="3143250"/>
              <a:ext cx="3924300" cy="1428900"/>
            </a:xfrm>
            <a:prstGeom prst="roundRect">
              <a:avLst>
                <a:gd fmla="val 5333" name="adj"/>
              </a:avLst>
            </a:prstGeom>
            <a:solidFill>
              <a:srgbClr val="25252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0" name="Google Shape;710;p55"/>
            <p:cNvSpPr txBox="1"/>
            <p:nvPr/>
          </p:nvSpPr>
          <p:spPr>
            <a:xfrm>
              <a:off x="4791075" y="3286125"/>
              <a:ext cx="36387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FF269"/>
                  </a:solidFill>
                  <a:latin typeface="Space Grotesk"/>
                  <a:ea typeface="Space Grotesk"/>
                  <a:cs typeface="Space Grotesk"/>
                  <a:sym typeface="Space Grotesk"/>
                </a:rPr>
                <a:t>05. SERVER ENVIRONMENT</a:t>
              </a:r>
              <a:endParaRPr b="1" sz="1200">
                <a:solidFill>
                  <a:srgbClr val="FFF269"/>
                </a:solidFill>
                <a:latin typeface="Space Grotesk"/>
                <a:ea typeface="Space Grotesk"/>
                <a:cs typeface="Space Grotesk"/>
                <a:sym typeface="Space Grotesk"/>
              </a:endParaRPr>
            </a:p>
            <a:p>
              <a:pPr indent="0" lvl="0" marL="0" rtl="0" algn="l">
                <a:spcBef>
                  <a:spcPts val="400"/>
                </a:spcBef>
                <a:spcAft>
                  <a:spcPts val="0"/>
                </a:spcAft>
                <a:buNone/>
              </a:pPr>
              <a:r>
                <a:rPr b="0" lang="en" sz="850">
                  <a:solidFill>
                    <a:srgbClr val="E7E7E7"/>
                  </a:solidFill>
                  <a:latin typeface="Space Grotesk"/>
                  <a:ea typeface="Space Grotesk"/>
                  <a:cs typeface="Space Grotesk"/>
                  <a:sym typeface="Space Grotesk"/>
                </a:rPr>
                <a:t>JDK 21 permanently added to replit.nix to mitigate Maven reset issues.</a:t>
              </a:r>
              <a:endParaRPr b="0" sz="850">
                <a:solidFill>
                  <a:srgbClr val="E7E7E7"/>
                </a:solidFill>
                <a:latin typeface="Space Grotesk"/>
                <a:ea typeface="Space Grotesk"/>
                <a:cs typeface="Space Grotesk"/>
                <a:sym typeface="Space Grotesk"/>
              </a:endParaRPr>
            </a:p>
            <a:p>
              <a:pPr indent="0" lvl="0" marL="0" rtl="0" algn="l">
                <a:spcBef>
                  <a:spcPts val="400"/>
                </a:spcBef>
                <a:spcAft>
                  <a:spcPts val="0"/>
                </a:spcAft>
                <a:buNone/>
              </a:pPr>
              <a:r>
                <a:rPr b="0" lang="en" sz="750">
                  <a:solidFill>
                    <a:srgbClr val="00E58E"/>
                  </a:solidFill>
                  <a:latin typeface="Courier New"/>
                  <a:ea typeface="Courier New"/>
                  <a:cs typeface="Courier New"/>
                  <a:sym typeface="Courier New"/>
                </a:rPr>
                <a:t>replit.nix: pkgs.jdk21, pkgs.maven</a:t>
              </a:r>
              <a:endParaRPr b="0" sz="750">
                <a:solidFill>
                  <a:srgbClr val="00E58E"/>
                </a:solidFill>
                <a:latin typeface="Courier New"/>
                <a:ea typeface="Courier New"/>
                <a:cs typeface="Courier New"/>
                <a:sym typeface="Courier New"/>
              </a:endParaRPr>
            </a:p>
          </p:txBody>
        </p:sp>
      </p:grpSp>
      <p:sp>
        <p:nvSpPr>
          <p:cNvPr id="711" name="Google Shape;711;p55"/>
          <p:cNvSpPr/>
          <p:nvPr/>
        </p:nvSpPr>
        <p:spPr>
          <a:xfrm>
            <a:off x="381000" y="4857750"/>
            <a:ext cx="8382000" cy="190500"/>
          </a:xfrm>
          <a:prstGeom prst="roundRect">
            <a:avLst>
              <a:gd fmla="val 20000" name="adj"/>
            </a:avLst>
          </a:prstGeom>
          <a:solidFill>
            <a:srgbClr val="00E58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56"/>
          <p:cNvSpPr/>
          <p:nvPr/>
        </p:nvSpPr>
        <p:spPr>
          <a:xfrm>
            <a:off x="0" y="0"/>
            <a:ext cx="9144000" cy="5143500"/>
          </a:xfrm>
          <a:prstGeom prst="rect">
            <a:avLst/>
          </a:prstGeom>
          <a:solidFill>
            <a:srgbClr val="E7E7E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6" name="Google Shape;716;p56"/>
          <p:cNvSpPr txBox="1"/>
          <p:nvPr/>
        </p:nvSpPr>
        <p:spPr>
          <a:xfrm>
            <a:off x="381000" y="28575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400"/>
              </a:spcAft>
              <a:buNone/>
            </a:pPr>
            <a:r>
              <a:rPr lang="en" sz="3800">
                <a:solidFill>
                  <a:srgbClr val="000000"/>
                </a:solidFill>
                <a:latin typeface="Space Grotesk"/>
                <a:ea typeface="Space Grotesk"/>
                <a:cs typeface="Space Grotesk"/>
                <a:sym typeface="Space Grotesk"/>
              </a:rPr>
              <a:t>REFLECTIONS &amp; CONCLUSIONS</a:t>
            </a:r>
            <a:endParaRPr sz="3800">
              <a:solidFill>
                <a:srgbClr val="000000"/>
              </a:solidFill>
              <a:latin typeface="Space Grotesk"/>
              <a:ea typeface="Space Grotesk"/>
              <a:cs typeface="Space Grotesk"/>
              <a:sym typeface="Space Grotesk"/>
            </a:endParaRPr>
          </a:p>
        </p:txBody>
      </p:sp>
      <p:sp>
        <p:nvSpPr>
          <p:cNvPr id="717" name="Google Shape;717;p56"/>
          <p:cNvSpPr/>
          <p:nvPr/>
        </p:nvSpPr>
        <p:spPr>
          <a:xfrm>
            <a:off x="381000" y="1095375"/>
            <a:ext cx="1143000" cy="38100"/>
          </a:xfrm>
          <a:prstGeom prst="rect">
            <a:avLst/>
          </a:prstGeom>
          <a:solidFill>
            <a:srgbClr val="0000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8" name="Google Shape;718;p56"/>
          <p:cNvSpPr/>
          <p:nvPr/>
        </p:nvSpPr>
        <p:spPr>
          <a:xfrm>
            <a:off x="381000" y="1381125"/>
            <a:ext cx="8382000" cy="3381300"/>
          </a:xfrm>
          <a:prstGeom prst="roundRect">
            <a:avLst>
              <a:gd fmla="val 3380"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19" name="Google Shape;719;p56"/>
          <p:cNvGrpSpPr/>
          <p:nvPr/>
        </p:nvGrpSpPr>
        <p:grpSpPr>
          <a:xfrm>
            <a:off x="571500" y="1571625"/>
            <a:ext cx="2571900" cy="1428900"/>
            <a:chOff x="0" y="0"/>
            <a:chExt cx="2571900" cy="1428900"/>
          </a:xfrm>
        </p:grpSpPr>
        <p:sp>
          <p:nvSpPr>
            <p:cNvPr id="720" name="Google Shape;720;p56"/>
            <p:cNvSpPr/>
            <p:nvPr/>
          </p:nvSpPr>
          <p:spPr>
            <a:xfrm>
              <a:off x="0" y="0"/>
              <a:ext cx="2571900" cy="1428900"/>
            </a:xfrm>
            <a:prstGeom prst="roundRect">
              <a:avLst>
                <a:gd fmla="val 5333"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1" name="Google Shape;721;p56"/>
            <p:cNvSpPr txBox="1"/>
            <p:nvPr/>
          </p:nvSpPr>
          <p:spPr>
            <a:xfrm>
              <a:off x="142875" y="142875"/>
              <a:ext cx="2286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3">
                  <a:solidFill>
                    <a:srgbClr val="00E58E"/>
                  </a:solidFill>
                  <a:latin typeface="Space Grotesk"/>
                  <a:ea typeface="Space Grotesk"/>
                  <a:cs typeface="Space Grotesk"/>
                  <a:sym typeface="Space Grotesk"/>
                </a:rPr>
                <a:t>The "Invisible" Mutation Bug</a:t>
              </a:r>
              <a:endParaRPr b="1" sz="1203">
                <a:solidFill>
                  <a:srgbClr val="00E58E"/>
                </a:solidFill>
                <a:latin typeface="Space Grotesk"/>
                <a:ea typeface="Space Grotesk"/>
                <a:cs typeface="Space Grotesk"/>
                <a:sym typeface="Space Grotesk"/>
              </a:endParaRPr>
            </a:p>
            <a:p>
              <a:pPr indent="0" lvl="0" marL="0" rtl="0" algn="l">
                <a:spcBef>
                  <a:spcPts val="400"/>
                </a:spcBef>
                <a:spcAft>
                  <a:spcPts val="0"/>
                </a:spcAft>
                <a:buNone/>
              </a:pPr>
              <a:r>
                <a:rPr b="0" lang="en" sz="740">
                  <a:solidFill>
                    <a:srgbClr val="E7E7E7"/>
                  </a:solidFill>
                  <a:latin typeface="Space Grotesk"/>
                  <a:ea typeface="Space Grotesk"/>
                  <a:cs typeface="Space Grotesk"/>
                  <a:sym typeface="Space Grotesk"/>
                </a:rPr>
                <a:t>Mutating defensive copies of metadata.</a:t>
              </a:r>
              <a:br>
                <a:rPr b="0" lang="en" sz="740">
                  <a:solidFill>
                    <a:srgbClr val="E7E7E7"/>
                  </a:solidFill>
                  <a:latin typeface="Space Grotesk"/>
                  <a:ea typeface="Space Grotesk"/>
                  <a:cs typeface="Space Grotesk"/>
                  <a:sym typeface="Space Grotesk"/>
                </a:rPr>
              </a:br>
              <a:r>
                <a:rPr b="1" lang="en" sz="648">
                  <a:solidFill>
                    <a:srgbClr val="F6B5D3"/>
                  </a:solidFill>
                  <a:latin typeface="Courier New"/>
                  <a:ea typeface="Courier New"/>
                  <a:cs typeface="Courier New"/>
                  <a:sym typeface="Courier New"/>
                </a:rPr>
                <a:t>chunk.getMetadata().put("domain", val)</a:t>
              </a:r>
              <a:endParaRPr b="0" sz="740">
                <a:solidFill>
                  <a:srgbClr val="E7E7E7"/>
                </a:solidFill>
                <a:latin typeface="Space Grotesk"/>
                <a:ea typeface="Space Grotesk"/>
                <a:cs typeface="Space Grotesk"/>
                <a:sym typeface="Space Grotesk"/>
              </a:endParaRPr>
            </a:p>
            <a:p>
              <a:pPr indent="0" lvl="0" marL="0" rtl="0" algn="l">
                <a:spcBef>
                  <a:spcPts val="400"/>
                </a:spcBef>
                <a:spcAft>
                  <a:spcPts val="0"/>
                </a:spcAft>
                <a:buNone/>
              </a:pPr>
              <a:r>
                <a:rPr b="0" lang="en" sz="740">
                  <a:solidFill>
                    <a:srgbClr val="EE9FA4"/>
                  </a:solidFill>
                  <a:latin typeface="Space Grotesk"/>
                  <a:ea typeface="Space Grotesk"/>
                  <a:cs typeface="Space Grotesk"/>
                  <a:sym typeface="Space Grotesk"/>
                </a:rPr>
                <a:t>Result: Domain was never saved.</a:t>
              </a:r>
              <a:endParaRPr b="0" sz="740">
                <a:solidFill>
                  <a:srgbClr val="EE9FA4"/>
                </a:solidFill>
                <a:latin typeface="Space Grotesk"/>
                <a:ea typeface="Space Grotesk"/>
                <a:cs typeface="Space Grotesk"/>
                <a:sym typeface="Space Grotesk"/>
              </a:endParaRPr>
            </a:p>
            <a:p>
              <a:pPr indent="0" lvl="0" marL="0" rtl="0" algn="l">
                <a:spcBef>
                  <a:spcPts val="400"/>
                </a:spcBef>
                <a:spcAft>
                  <a:spcPts val="400"/>
                </a:spcAft>
                <a:buNone/>
              </a:pPr>
              <a:r>
                <a:rPr b="1" lang="en" sz="740">
                  <a:solidFill>
                    <a:srgbClr val="FFFFFF"/>
                  </a:solidFill>
                  <a:latin typeface="Space Grotesk"/>
                  <a:ea typeface="Space Grotesk"/>
                  <a:cs typeface="Space Grotesk"/>
                  <a:sym typeface="Space Grotesk"/>
                </a:rPr>
                <a:t>The Fix:</a:t>
              </a:r>
              <a:r>
                <a:rPr b="0" lang="en" sz="740">
                  <a:solidFill>
                    <a:srgbClr val="E7E7E7"/>
                  </a:solidFill>
                  <a:latin typeface="Space Grotesk"/>
                  <a:ea typeface="Space Grotesk"/>
                  <a:cs typeface="Space Grotesk"/>
                  <a:sym typeface="Space Grotesk"/>
                </a:rPr>
                <a:t> Dedicated write path. Reinforced encapsulation.</a:t>
              </a:r>
              <a:endParaRPr b="0" sz="740">
                <a:solidFill>
                  <a:srgbClr val="E7E7E7"/>
                </a:solidFill>
                <a:latin typeface="Space Grotesk"/>
                <a:ea typeface="Space Grotesk"/>
                <a:cs typeface="Space Grotesk"/>
                <a:sym typeface="Space Grotesk"/>
              </a:endParaRPr>
            </a:p>
          </p:txBody>
        </p:sp>
      </p:grpSp>
      <p:grpSp>
        <p:nvGrpSpPr>
          <p:cNvPr id="722" name="Google Shape;722;p56"/>
          <p:cNvGrpSpPr/>
          <p:nvPr/>
        </p:nvGrpSpPr>
        <p:grpSpPr>
          <a:xfrm>
            <a:off x="3286125" y="1571625"/>
            <a:ext cx="2571900" cy="1428900"/>
            <a:chOff x="0" y="0"/>
            <a:chExt cx="2571900" cy="1428900"/>
          </a:xfrm>
        </p:grpSpPr>
        <p:sp>
          <p:nvSpPr>
            <p:cNvPr id="723" name="Google Shape;723;p56"/>
            <p:cNvSpPr/>
            <p:nvPr/>
          </p:nvSpPr>
          <p:spPr>
            <a:xfrm>
              <a:off x="0" y="0"/>
              <a:ext cx="2571900" cy="1428900"/>
            </a:xfrm>
            <a:prstGeom prst="roundRect">
              <a:avLst>
                <a:gd fmla="val 5333"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4" name="Google Shape;724;p56"/>
            <p:cNvSpPr txBox="1"/>
            <p:nvPr/>
          </p:nvSpPr>
          <p:spPr>
            <a:xfrm>
              <a:off x="142875" y="142875"/>
              <a:ext cx="2286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3">
                  <a:solidFill>
                    <a:srgbClr val="00E58E"/>
                  </a:solidFill>
                  <a:latin typeface="Space Grotesk"/>
                  <a:ea typeface="Space Grotesk"/>
                  <a:cs typeface="Space Grotesk"/>
                  <a:sym typeface="Space Grotesk"/>
                </a:rPr>
                <a:t>The Reinvented-Wheel Bug</a:t>
              </a:r>
              <a:endParaRPr b="1" sz="1203">
                <a:solidFill>
                  <a:srgbClr val="00E58E"/>
                </a:solidFill>
                <a:latin typeface="Space Grotesk"/>
                <a:ea typeface="Space Grotesk"/>
                <a:cs typeface="Space Grotesk"/>
                <a:sym typeface="Space Grotesk"/>
              </a:endParaRPr>
            </a:p>
            <a:p>
              <a:pPr indent="0" lvl="0" marL="0" rtl="0" algn="l">
                <a:spcBef>
                  <a:spcPts val="400"/>
                </a:spcBef>
                <a:spcAft>
                  <a:spcPts val="0"/>
                </a:spcAft>
                <a:buNone/>
              </a:pPr>
              <a:r>
                <a:rPr b="0" lang="en" sz="740">
                  <a:solidFill>
                    <a:srgbClr val="E7E7E7"/>
                  </a:solidFill>
                  <a:latin typeface="Space Grotesk"/>
                  <a:ea typeface="Space Grotesk"/>
                  <a:cs typeface="Space Grotesk"/>
                  <a:sym typeface="Space Grotesk"/>
                </a:rPr>
                <a:t>Hand-rolled JSON escaping for control chars </a:t>
              </a:r>
              <a:r>
                <a:rPr b="1" lang="en" sz="648">
                  <a:solidFill>
                    <a:srgbClr val="F6B5D3"/>
                  </a:solidFill>
                  <a:latin typeface="Courier New"/>
                  <a:ea typeface="Courier New"/>
                  <a:cs typeface="Courier New"/>
                  <a:sym typeface="Courier New"/>
                </a:rPr>
                <a:t>\u0000–\u001F</a:t>
              </a:r>
              <a:r>
                <a:rPr b="0" lang="en" sz="740">
                  <a:solidFill>
                    <a:srgbClr val="E7E7E7"/>
                  </a:solidFill>
                  <a:latin typeface="Space Grotesk"/>
                  <a:ea typeface="Space Grotesk"/>
                  <a:cs typeface="Space Grotesk"/>
                  <a:sym typeface="Space Grotesk"/>
                </a:rPr>
                <a:t> crashed parser.</a:t>
              </a:r>
              <a:endParaRPr b="0" sz="740">
                <a:solidFill>
                  <a:srgbClr val="E7E7E7"/>
                </a:solidFill>
                <a:latin typeface="Space Grotesk"/>
                <a:ea typeface="Space Grotesk"/>
                <a:cs typeface="Space Grotesk"/>
                <a:sym typeface="Space Grotesk"/>
              </a:endParaRPr>
            </a:p>
            <a:p>
              <a:pPr indent="0" lvl="0" marL="0" rtl="0" algn="l">
                <a:spcBef>
                  <a:spcPts val="400"/>
                </a:spcBef>
                <a:spcAft>
                  <a:spcPts val="400"/>
                </a:spcAft>
                <a:buNone/>
              </a:pPr>
              <a:r>
                <a:rPr b="1" lang="en" sz="740">
                  <a:solidFill>
                    <a:srgbClr val="FFFFFF"/>
                  </a:solidFill>
                  <a:latin typeface="Space Grotesk"/>
                  <a:ea typeface="Space Grotesk"/>
                  <a:cs typeface="Space Grotesk"/>
                  <a:sym typeface="Space Grotesk"/>
                </a:rPr>
                <a:t>The Fix:</a:t>
              </a:r>
              <a:r>
                <a:rPr b="0" lang="en" sz="740">
                  <a:solidFill>
                    <a:srgbClr val="E7E7E7"/>
                  </a:solidFill>
                  <a:latin typeface="Space Grotesk"/>
                  <a:ea typeface="Space Grotesk"/>
                  <a:cs typeface="Space Grotesk"/>
                  <a:sym typeface="Space Grotesk"/>
                </a:rPr>
                <a:t> </a:t>
              </a:r>
              <a:r>
                <a:rPr b="1" lang="en" sz="648">
                  <a:solidFill>
                    <a:srgbClr val="F6B5D3"/>
                  </a:solidFill>
                  <a:latin typeface="Courier New"/>
                  <a:ea typeface="Courier New"/>
                  <a:cs typeface="Courier New"/>
                  <a:sym typeface="Courier New"/>
                </a:rPr>
                <a:t>gson.toJson(token)</a:t>
              </a:r>
              <a:r>
                <a:rPr b="0" lang="en" sz="740">
                  <a:solidFill>
                    <a:srgbClr val="E7E7E7"/>
                  </a:solidFill>
                  <a:latin typeface="Space Grotesk"/>
                  <a:ea typeface="Space Grotesk"/>
                  <a:cs typeface="Space Grotesk"/>
                  <a:sym typeface="Space Grotesk"/>
                </a:rPr>
                <a:t>. Don't reimplement a library's spec.</a:t>
              </a:r>
              <a:endParaRPr b="0" sz="740">
                <a:solidFill>
                  <a:srgbClr val="E7E7E7"/>
                </a:solidFill>
                <a:latin typeface="Space Grotesk"/>
                <a:ea typeface="Space Grotesk"/>
                <a:cs typeface="Space Grotesk"/>
                <a:sym typeface="Space Grotesk"/>
              </a:endParaRPr>
            </a:p>
          </p:txBody>
        </p:sp>
      </p:grpSp>
      <p:grpSp>
        <p:nvGrpSpPr>
          <p:cNvPr id="725" name="Google Shape;725;p56"/>
          <p:cNvGrpSpPr/>
          <p:nvPr/>
        </p:nvGrpSpPr>
        <p:grpSpPr>
          <a:xfrm>
            <a:off x="6000750" y="1571625"/>
            <a:ext cx="2571900" cy="1428900"/>
            <a:chOff x="0" y="0"/>
            <a:chExt cx="2571900" cy="1428900"/>
          </a:xfrm>
        </p:grpSpPr>
        <p:pic>
          <p:nvPicPr>
            <p:cNvPr descr="A high-tech digital node network with glowing neon green connections on a dark background." id="726" name="Google Shape;726;p56"/>
            <p:cNvPicPr preferRelativeResize="0"/>
            <p:nvPr/>
          </p:nvPicPr>
          <p:blipFill rotWithShape="1">
            <a:blip r:embed="rId3">
              <a:alphaModFix/>
            </a:blip>
            <a:srcRect b="622" l="0" r="0" t="612"/>
            <a:stretch/>
          </p:blipFill>
          <p:spPr>
            <a:xfrm>
              <a:off x="0" y="0"/>
              <a:ext cx="2571900" cy="1428900"/>
            </a:xfrm>
            <a:prstGeom prst="roundRect">
              <a:avLst>
                <a:gd fmla="val 5333" name="adj"/>
              </a:avLst>
            </a:prstGeom>
            <a:noFill/>
            <a:ln>
              <a:noFill/>
            </a:ln>
          </p:spPr>
        </p:pic>
        <p:sp>
          <p:nvSpPr>
            <p:cNvPr id="727" name="Google Shape;727;p56"/>
            <p:cNvSpPr/>
            <p:nvPr/>
          </p:nvSpPr>
          <p:spPr>
            <a:xfrm>
              <a:off x="0" y="0"/>
              <a:ext cx="2571900" cy="1428900"/>
            </a:xfrm>
            <a:prstGeom prst="roundRect">
              <a:avLst>
                <a:gd fmla="val 5333" name="adj"/>
              </a:avLst>
            </a:prstGeom>
            <a:solidFill>
              <a:srgbClr val="000000">
                <a:alpha val="0"/>
              </a:srgbClr>
            </a:solidFill>
            <a:ln cap="flat" cmpd="sng" w="9525">
              <a:solidFill>
                <a:srgbClr val="00E58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728" name="Google Shape;728;p56"/>
          <p:cNvGrpSpPr/>
          <p:nvPr/>
        </p:nvGrpSpPr>
        <p:grpSpPr>
          <a:xfrm>
            <a:off x="571500" y="3143250"/>
            <a:ext cx="3924300" cy="1428900"/>
            <a:chOff x="0" y="0"/>
            <a:chExt cx="3924300" cy="1428900"/>
          </a:xfrm>
        </p:grpSpPr>
        <p:sp>
          <p:nvSpPr>
            <p:cNvPr id="729" name="Google Shape;729;p56"/>
            <p:cNvSpPr/>
            <p:nvPr/>
          </p:nvSpPr>
          <p:spPr>
            <a:xfrm>
              <a:off x="0" y="0"/>
              <a:ext cx="3924300" cy="1428900"/>
            </a:xfrm>
            <a:prstGeom prst="roundRect">
              <a:avLst>
                <a:gd fmla="val 5333"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0" name="Google Shape;730;p56"/>
            <p:cNvSpPr txBox="1"/>
            <p:nvPr/>
          </p:nvSpPr>
          <p:spPr>
            <a:xfrm>
              <a:off x="142875" y="142875"/>
              <a:ext cx="36387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3">
                  <a:solidFill>
                    <a:srgbClr val="FFF269"/>
                  </a:solidFill>
                  <a:latin typeface="Space Grotesk"/>
                  <a:ea typeface="Space Grotesk"/>
                  <a:cs typeface="Space Grotesk"/>
                  <a:sym typeface="Space Grotesk"/>
                </a:rPr>
                <a:t>The Interface Payoff</a:t>
              </a:r>
              <a:endParaRPr b="1" sz="1203">
                <a:solidFill>
                  <a:srgbClr val="FFF269"/>
                </a:solidFill>
                <a:latin typeface="Space Grotesk"/>
                <a:ea typeface="Space Grotesk"/>
                <a:cs typeface="Space Grotesk"/>
                <a:sym typeface="Space Grotesk"/>
              </a:endParaRPr>
            </a:p>
            <a:p>
              <a:pPr indent="0" lvl="0" marL="0" rtl="0" algn="l">
                <a:spcBef>
                  <a:spcPts val="400"/>
                </a:spcBef>
                <a:spcAft>
                  <a:spcPts val="400"/>
                </a:spcAft>
                <a:buNone/>
              </a:pPr>
              <a:r>
                <a:rPr b="0" lang="en" sz="740">
                  <a:solidFill>
                    <a:srgbClr val="E7E7E7"/>
                  </a:solidFill>
                  <a:latin typeface="Space Grotesk"/>
                  <a:ea typeface="Space Grotesk"/>
                  <a:cs typeface="Space Grotesk"/>
                  <a:sym typeface="Space Grotesk"/>
                </a:rPr>
                <a:t>Freezing </a:t>
              </a:r>
              <a:r>
                <a:rPr b="1" lang="en" sz="648">
                  <a:solidFill>
                    <a:srgbClr val="F6B5D3"/>
                  </a:solidFill>
                  <a:latin typeface="Courier New"/>
                  <a:ea typeface="Courier New"/>
                  <a:cs typeface="Courier New"/>
                  <a:sym typeface="Courier New"/>
                </a:rPr>
                <a:t>VectorStore</a:t>
              </a:r>
              <a:r>
                <a:rPr b="0" lang="en" sz="740">
                  <a:solidFill>
                    <a:srgbClr val="E7E7E7"/>
                  </a:solidFill>
                  <a:latin typeface="Space Grotesk"/>
                  <a:ea typeface="Space Grotesk"/>
                  <a:cs typeface="Space Grotesk"/>
                  <a:sym typeface="Space Grotesk"/>
                </a:rPr>
                <a:t> enabled parallel dev. SQLite swap in Wk 3 required </a:t>
              </a:r>
              <a:r>
                <a:rPr b="1" lang="en" sz="740">
                  <a:solidFill>
                    <a:srgbClr val="FFFFFF"/>
                  </a:solidFill>
                  <a:latin typeface="Space Grotesk"/>
                  <a:ea typeface="Space Grotesk"/>
                  <a:cs typeface="Space Grotesk"/>
                  <a:sym typeface="Space Grotesk"/>
                </a:rPr>
                <a:t>zero changes</a:t>
              </a:r>
              <a:r>
                <a:rPr b="0" lang="en" sz="740">
                  <a:solidFill>
                    <a:srgbClr val="E7E7E7"/>
                  </a:solidFill>
                  <a:latin typeface="Space Grotesk"/>
                  <a:ea typeface="Space Grotesk"/>
                  <a:cs typeface="Space Grotesk"/>
                  <a:sym typeface="Space Grotesk"/>
                </a:rPr>
                <a:t>. </a:t>
              </a:r>
              <a:r>
                <a:rPr b="1" lang="en" sz="648">
                  <a:solidFill>
                    <a:srgbClr val="F6B5D3"/>
                  </a:solidFill>
                  <a:latin typeface="Courier New"/>
                  <a:ea typeface="Courier New"/>
                  <a:cs typeface="Courier New"/>
                  <a:sym typeface="Courier New"/>
                </a:rPr>
                <a:t>EmbeddingService</a:t>
              </a:r>
              <a:r>
                <a:rPr b="0" lang="en" sz="740">
                  <a:solidFill>
                    <a:srgbClr val="E7E7E7"/>
                  </a:solidFill>
                  <a:latin typeface="Space Grotesk"/>
                  <a:ea typeface="Space Grotesk"/>
                  <a:cs typeface="Space Grotesk"/>
                  <a:sym typeface="Space Grotesk"/>
                </a:rPr>
                <a:t> evolved via default methods without breaking callers.</a:t>
              </a:r>
              <a:endParaRPr b="0" sz="740">
                <a:solidFill>
                  <a:srgbClr val="E7E7E7"/>
                </a:solidFill>
                <a:latin typeface="Space Grotesk"/>
                <a:ea typeface="Space Grotesk"/>
                <a:cs typeface="Space Grotesk"/>
                <a:sym typeface="Space Grotesk"/>
              </a:endParaRPr>
            </a:p>
          </p:txBody>
        </p:sp>
      </p:grpSp>
      <p:grpSp>
        <p:nvGrpSpPr>
          <p:cNvPr id="731" name="Google Shape;731;p56"/>
          <p:cNvGrpSpPr/>
          <p:nvPr/>
        </p:nvGrpSpPr>
        <p:grpSpPr>
          <a:xfrm>
            <a:off x="4648200" y="3143250"/>
            <a:ext cx="3924300" cy="1428900"/>
            <a:chOff x="0" y="0"/>
            <a:chExt cx="3924300" cy="1428900"/>
          </a:xfrm>
        </p:grpSpPr>
        <p:sp>
          <p:nvSpPr>
            <p:cNvPr id="732" name="Google Shape;732;p56"/>
            <p:cNvSpPr/>
            <p:nvPr/>
          </p:nvSpPr>
          <p:spPr>
            <a:xfrm>
              <a:off x="0" y="0"/>
              <a:ext cx="3924300" cy="1428900"/>
            </a:xfrm>
            <a:prstGeom prst="roundRect">
              <a:avLst>
                <a:gd fmla="val 5333" name="adj"/>
              </a:avLst>
            </a:prstGeom>
            <a:solidFill>
              <a:srgbClr val="252525"/>
            </a:solidFill>
            <a:ln cap="flat" cmpd="sng" w="9525">
              <a:solidFill>
                <a:srgbClr val="33333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3" name="Google Shape;733;p56"/>
            <p:cNvSpPr txBox="1"/>
            <p:nvPr/>
          </p:nvSpPr>
          <p:spPr>
            <a:xfrm>
              <a:off x="142875" y="142875"/>
              <a:ext cx="36387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3">
                  <a:solidFill>
                    <a:srgbClr val="FFF269"/>
                  </a:solidFill>
                  <a:latin typeface="Space Grotesk"/>
                  <a:ea typeface="Space Grotesk"/>
                  <a:cs typeface="Space Grotesk"/>
                  <a:sym typeface="Space Grotesk"/>
                </a:rPr>
                <a:t>Full-Spectrum Application</a:t>
              </a:r>
              <a:endParaRPr b="1" sz="1203">
                <a:solidFill>
                  <a:srgbClr val="FFF269"/>
                </a:solidFill>
                <a:latin typeface="Space Grotesk"/>
                <a:ea typeface="Space Grotesk"/>
                <a:cs typeface="Space Grotesk"/>
                <a:sym typeface="Space Grotesk"/>
              </a:endParaRPr>
            </a:p>
            <a:p>
              <a:pPr indent="-275590" lvl="0" marL="457200" rtl="0" algn="l">
                <a:spcBef>
                  <a:spcPts val="400"/>
                </a:spcBef>
                <a:spcAft>
                  <a:spcPts val="0"/>
                </a:spcAft>
                <a:buClr>
                  <a:srgbClr val="E7E7E7"/>
                </a:buClr>
                <a:buSzPts val="740"/>
                <a:buFont typeface="Space Grotesk"/>
                <a:buChar char="●"/>
              </a:pPr>
              <a:r>
                <a:rPr b="0" lang="en" sz="740">
                  <a:solidFill>
                    <a:srgbClr val="E7E7E7"/>
                  </a:solidFill>
                  <a:latin typeface="Space Grotesk"/>
                  <a:ea typeface="Space Grotesk"/>
                  <a:cs typeface="Space Grotesk"/>
                  <a:sym typeface="Space Grotesk"/>
                </a:rPr>
                <a:t>Interfaces &amp; Polymorphism</a:t>
              </a:r>
              <a:endParaRPr b="0" sz="740">
                <a:solidFill>
                  <a:srgbClr val="E7E7E7"/>
                </a:solidFill>
                <a:latin typeface="Space Grotesk"/>
                <a:ea typeface="Space Grotesk"/>
                <a:cs typeface="Space Grotesk"/>
                <a:sym typeface="Space Grotesk"/>
              </a:endParaRPr>
            </a:p>
            <a:p>
              <a:pPr indent="-275590" lvl="0" marL="457200" rtl="0" algn="l">
                <a:spcBef>
                  <a:spcPts val="200"/>
                </a:spcBef>
                <a:spcAft>
                  <a:spcPts val="0"/>
                </a:spcAft>
                <a:buClr>
                  <a:srgbClr val="E7E7E7"/>
                </a:buClr>
                <a:buSzPts val="740"/>
                <a:buFont typeface="Space Grotesk"/>
                <a:buChar char="●"/>
              </a:pPr>
              <a:r>
                <a:rPr b="0" lang="en" sz="740">
                  <a:solidFill>
                    <a:srgbClr val="E7E7E7"/>
                  </a:solidFill>
                  <a:latin typeface="Space Grotesk"/>
                  <a:ea typeface="Space Grotesk"/>
                  <a:cs typeface="Space Grotesk"/>
                  <a:sym typeface="Space Grotesk"/>
                </a:rPr>
                <a:t>Default Methods &amp; Evolution</a:t>
              </a:r>
              <a:endParaRPr b="0" sz="740">
                <a:solidFill>
                  <a:srgbClr val="E7E7E7"/>
                </a:solidFill>
                <a:latin typeface="Space Grotesk"/>
                <a:ea typeface="Space Grotesk"/>
                <a:cs typeface="Space Grotesk"/>
                <a:sym typeface="Space Grotesk"/>
              </a:endParaRPr>
            </a:p>
            <a:p>
              <a:pPr indent="-275590" lvl="0" marL="457200" rtl="0" algn="l">
                <a:spcBef>
                  <a:spcPts val="200"/>
                </a:spcBef>
                <a:spcAft>
                  <a:spcPts val="0"/>
                </a:spcAft>
                <a:buClr>
                  <a:srgbClr val="E7E7E7"/>
                </a:buClr>
                <a:buSzPts val="740"/>
                <a:buFont typeface="Space Grotesk"/>
                <a:buChar char="●"/>
              </a:pPr>
              <a:r>
                <a:rPr b="0" lang="en" sz="740">
                  <a:solidFill>
                    <a:srgbClr val="E7E7E7"/>
                  </a:solidFill>
                  <a:latin typeface="Space Grotesk"/>
                  <a:ea typeface="Space Grotesk"/>
                  <a:cs typeface="Space Grotesk"/>
                  <a:sym typeface="Space Grotesk"/>
                </a:rPr>
                <a:t>Inheritance &amp; Template Method</a:t>
              </a:r>
              <a:endParaRPr b="0" sz="740">
                <a:solidFill>
                  <a:srgbClr val="E7E7E7"/>
                </a:solidFill>
                <a:latin typeface="Space Grotesk"/>
                <a:ea typeface="Space Grotesk"/>
                <a:cs typeface="Space Grotesk"/>
                <a:sym typeface="Space Grotesk"/>
              </a:endParaRPr>
            </a:p>
            <a:p>
              <a:pPr indent="-275590" lvl="0" marL="457200" rtl="0" algn="l">
                <a:spcBef>
                  <a:spcPts val="200"/>
                </a:spcBef>
                <a:spcAft>
                  <a:spcPts val="200"/>
                </a:spcAft>
                <a:buClr>
                  <a:srgbClr val="E7E7E7"/>
                </a:buClr>
                <a:buSzPts val="740"/>
                <a:buFont typeface="Space Grotesk"/>
                <a:buChar char="●"/>
              </a:pPr>
              <a:r>
                <a:rPr b="0" lang="en" sz="740">
                  <a:solidFill>
                    <a:srgbClr val="E7E7E7"/>
                  </a:solidFill>
                  <a:latin typeface="Space Grotesk"/>
                  <a:ea typeface="Space Grotesk"/>
                  <a:cs typeface="Space Grotesk"/>
                  <a:sym typeface="Space Grotesk"/>
                </a:rPr>
                <a:t>Encapsulation &amp; DI</a:t>
              </a:r>
              <a:endParaRPr b="0" sz="740">
                <a:solidFill>
                  <a:srgbClr val="E7E7E7"/>
                </a:solidFill>
                <a:latin typeface="Space Grotesk"/>
                <a:ea typeface="Space Grotesk"/>
                <a:cs typeface="Space Grotesk"/>
                <a:sym typeface="Space Grotesk"/>
              </a:endParaRPr>
            </a:p>
          </p:txBody>
        </p:sp>
      </p:grpSp>
      <p:sp>
        <p:nvSpPr>
          <p:cNvPr id="734" name="Google Shape;734;p56"/>
          <p:cNvSpPr/>
          <p:nvPr/>
        </p:nvSpPr>
        <p:spPr>
          <a:xfrm>
            <a:off x="381000" y="4810125"/>
            <a:ext cx="8382000" cy="238200"/>
          </a:xfrm>
          <a:prstGeom prst="roundRect">
            <a:avLst>
              <a:gd fmla="val 16000" name="adj"/>
            </a:avLst>
          </a:prstGeom>
          <a:solidFill>
            <a:srgbClr val="00E58E">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5" name="Google Shape;735;p56"/>
          <p:cNvSpPr txBox="1"/>
          <p:nvPr/>
        </p:nvSpPr>
        <p:spPr>
          <a:xfrm>
            <a:off x="381000" y="4810125"/>
            <a:ext cx="83820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400"/>
              </a:spcAft>
              <a:buNone/>
            </a:pPr>
            <a:r>
              <a:rPr b="1" lang="en" sz="900">
                <a:solidFill>
                  <a:srgbClr val="000000"/>
                </a:solidFill>
                <a:latin typeface="Space Grotesk"/>
                <a:ea typeface="Space Grotesk"/>
                <a:cs typeface="Space Grotesk"/>
                <a:sym typeface="Space Grotesk"/>
              </a:rPr>
              <a:t>LESSON: Controllers handle transport, not serialization. OOD decoupling pays off.</a:t>
            </a:r>
            <a:endParaRPr b="1" sz="900">
              <a:solidFill>
                <a:srgbClr val="000000"/>
              </a:solidFill>
              <a:latin typeface="Space Grotesk"/>
              <a:ea typeface="Space Grotesk"/>
              <a:cs typeface="Space Grotesk"/>
              <a:sym typeface="Space Grotes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57"/>
          <p:cNvSpPr txBox="1"/>
          <p:nvPr>
            <p:ph type="title"/>
          </p:nvPr>
        </p:nvSpPr>
        <p:spPr>
          <a:xfrm>
            <a:off x="743700" y="743700"/>
            <a:ext cx="4299000" cy="1896300"/>
          </a:xfrm>
          <a:prstGeom prst="rect">
            <a:avLst/>
          </a:prstGeom>
        </p:spPr>
        <p:txBody>
          <a:bodyPr anchorCtr="0" anchor="t" bIns="0" lIns="0" spcFirstLastPara="1" rIns="0" wrap="square" tIns="0">
            <a:spAutoFit/>
          </a:bodyPr>
          <a:lstStyle/>
          <a:p>
            <a:pPr indent="0" lvl="0" marL="0" rtl="0" algn="l">
              <a:lnSpc>
                <a:spcPct val="80000"/>
              </a:lnSpc>
              <a:spcBef>
                <a:spcPts val="0"/>
              </a:spcBef>
              <a:spcAft>
                <a:spcPts val="0"/>
              </a:spcAft>
              <a:buSzPts val="2800"/>
              <a:buNone/>
            </a:pPr>
            <a:r>
              <a:rPr lang="en"/>
              <a:t>THANK</a:t>
            </a:r>
            <a:endParaRPr/>
          </a:p>
          <a:p>
            <a:pPr indent="0" lvl="0" marL="0" rtl="0" algn="l">
              <a:lnSpc>
                <a:spcPct val="80000"/>
              </a:lnSpc>
              <a:spcBef>
                <a:spcPts val="0"/>
              </a:spcBef>
              <a:spcAft>
                <a:spcPts val="0"/>
              </a:spcAft>
              <a:buSzPts val="2800"/>
              <a:buNone/>
            </a:pPr>
            <a:r>
              <a:rPr lang="en"/>
              <a:t>YOU!</a:t>
            </a:r>
            <a:endParaRPr/>
          </a:p>
        </p:txBody>
      </p:sp>
      <p:sp>
        <p:nvSpPr>
          <p:cNvPr id="741" name="Google Shape;741;p57"/>
          <p:cNvSpPr txBox="1"/>
          <p:nvPr/>
        </p:nvSpPr>
        <p:spPr>
          <a:xfrm>
            <a:off x="3579050" y="2306725"/>
            <a:ext cx="35811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Space Grotesk"/>
                <a:ea typeface="Space Grotesk"/>
                <a:cs typeface="Space Grotesk"/>
                <a:sym typeface="Space Grotesk"/>
              </a:rPr>
              <a:t>Lewis et al. (2020). Retrieval-Augmented Generation for Knowledge-Intensive NLP Tasks. NeurIPS 2020.</a:t>
            </a:r>
            <a:r>
              <a:rPr lang="en" sz="900" u="sng">
                <a:solidFill>
                  <a:schemeClr val="dk1"/>
                </a:solidFill>
                <a:latin typeface="Space Grotesk"/>
                <a:ea typeface="Space Grotesk"/>
                <a:cs typeface="Space Grotesk"/>
                <a:sym typeface="Space Grotesk"/>
                <a:hlinkClick r:id="rId3">
                  <a:extLst>
                    <a:ext uri="{A12FA001-AC4F-418D-AE19-62706E023703}">
                      <ahyp:hlinkClr val="tx"/>
                    </a:ext>
                  </a:extLst>
                </a:hlinkClick>
              </a:rPr>
              <a:t> https://arxiv.org/abs/2005.11401</a:t>
            </a:r>
            <a:endParaRPr sz="900">
              <a:solidFill>
                <a:schemeClr val="dk1"/>
              </a:solidFill>
              <a:latin typeface="Space Grotesk"/>
              <a:ea typeface="Space Grotesk"/>
              <a:cs typeface="Space Grotesk"/>
              <a:sym typeface="Space Grotesk"/>
            </a:endParaRPr>
          </a:p>
          <a:p>
            <a:pPr indent="0" lvl="0" marL="0" rtl="0" algn="l">
              <a:spcBef>
                <a:spcPts val="0"/>
              </a:spcBef>
              <a:spcAft>
                <a:spcPts val="0"/>
              </a:spcAft>
              <a:buNone/>
            </a:pPr>
            <a:r>
              <a:rPr lang="en" sz="900">
                <a:solidFill>
                  <a:schemeClr val="dk1"/>
                </a:solidFill>
                <a:latin typeface="Space Grotesk"/>
                <a:ea typeface="Space Grotesk"/>
                <a:cs typeface="Space Grotesk"/>
                <a:sym typeface="Space Grotesk"/>
              </a:rPr>
              <a:t>OpenAI. (2024). Embeddings API — text-embedding-3-small.</a:t>
            </a:r>
            <a:r>
              <a:rPr lang="en" sz="900" u="sng">
                <a:solidFill>
                  <a:schemeClr val="dk1"/>
                </a:solidFill>
                <a:latin typeface="Space Grotesk"/>
                <a:ea typeface="Space Grotesk"/>
                <a:cs typeface="Space Grotesk"/>
                <a:sym typeface="Space Grotesk"/>
                <a:hlinkClick r:id="rId4">
                  <a:extLst>
                    <a:ext uri="{A12FA001-AC4F-418D-AE19-62706E023703}">
                      <ahyp:hlinkClr val="tx"/>
                    </a:ext>
                  </a:extLst>
                </a:hlinkClick>
              </a:rPr>
              <a:t> https://platform.openai.com/docs/guides/embeddings</a:t>
            </a:r>
            <a:endParaRPr sz="900">
              <a:solidFill>
                <a:schemeClr val="dk1"/>
              </a:solidFill>
              <a:latin typeface="Space Grotesk"/>
              <a:ea typeface="Space Grotesk"/>
              <a:cs typeface="Space Grotesk"/>
              <a:sym typeface="Space Grotesk"/>
            </a:endParaRPr>
          </a:p>
          <a:p>
            <a:pPr indent="0" lvl="0" marL="0" rtl="0" algn="l">
              <a:spcBef>
                <a:spcPts val="0"/>
              </a:spcBef>
              <a:spcAft>
                <a:spcPts val="0"/>
              </a:spcAft>
              <a:buNone/>
            </a:pPr>
            <a:r>
              <a:rPr lang="en" sz="900">
                <a:solidFill>
                  <a:schemeClr val="dk1"/>
                </a:solidFill>
                <a:latin typeface="Space Grotesk"/>
                <a:ea typeface="Space Grotesk"/>
                <a:cs typeface="Space Grotesk"/>
                <a:sym typeface="Space Grotesk"/>
              </a:rPr>
              <a:t>Spring Framework. (2024). Spring Boot Reference Documentation.</a:t>
            </a:r>
            <a:r>
              <a:rPr lang="en" sz="900" u="sng">
                <a:solidFill>
                  <a:schemeClr val="dk1"/>
                </a:solidFill>
                <a:latin typeface="Space Grotesk"/>
                <a:ea typeface="Space Grotesk"/>
                <a:cs typeface="Space Grotesk"/>
                <a:sym typeface="Space Grotesk"/>
                <a:hlinkClick r:id="rId5">
                  <a:extLst>
                    <a:ext uri="{A12FA001-AC4F-418D-AE19-62706E023703}">
                      <ahyp:hlinkClr val="tx"/>
                    </a:ext>
                  </a:extLst>
                </a:hlinkClick>
              </a:rPr>
              <a:t> https://docs.spring.io/spring-boot/docs/current/reference/html/</a:t>
            </a:r>
            <a:r>
              <a:rPr lang="en" sz="900">
                <a:solidFill>
                  <a:schemeClr val="dk1"/>
                </a:solidFill>
                <a:latin typeface="Space Grotesk"/>
                <a:ea typeface="Space Grotesk"/>
                <a:cs typeface="Space Grotesk"/>
                <a:sym typeface="Space Grotesk"/>
              </a:rPr>
              <a:t> </a:t>
            </a:r>
            <a:endParaRPr sz="900">
              <a:solidFill>
                <a:schemeClr val="dk1"/>
              </a:solidFill>
              <a:latin typeface="Space Grotesk"/>
              <a:ea typeface="Space Grotesk"/>
              <a:cs typeface="Space Grotesk"/>
              <a:sym typeface="Space Grotesk"/>
            </a:endParaRPr>
          </a:p>
        </p:txBody>
      </p:sp>
      <p:pic>
        <p:nvPicPr>
          <p:cNvPr id="742" name="Google Shape;742;p57"/>
          <p:cNvPicPr preferRelativeResize="0"/>
          <p:nvPr/>
        </p:nvPicPr>
        <p:blipFill rotWithShape="1">
          <a:blip r:embed="rId6">
            <a:alphaModFix/>
          </a:blip>
          <a:srcRect b="0" l="13538" r="13835" t="0"/>
          <a:stretch/>
        </p:blipFill>
        <p:spPr>
          <a:xfrm>
            <a:off x="4435350" y="1440875"/>
            <a:ext cx="1194050" cy="850399"/>
          </a:xfrm>
          <a:prstGeom prst="rect">
            <a:avLst/>
          </a:prstGeom>
          <a:noFill/>
          <a:ln>
            <a:noFill/>
          </a:ln>
        </p:spPr>
      </p:pic>
      <p:pic>
        <p:nvPicPr>
          <p:cNvPr id="743" name="Google Shape;743;p57"/>
          <p:cNvPicPr preferRelativeResize="0"/>
          <p:nvPr/>
        </p:nvPicPr>
        <p:blipFill rotWithShape="1">
          <a:blip r:embed="rId7">
            <a:alphaModFix/>
          </a:blip>
          <a:srcRect b="0" l="11394" r="12241" t="0"/>
          <a:stretch/>
        </p:blipFill>
        <p:spPr>
          <a:xfrm>
            <a:off x="5672950" y="1440875"/>
            <a:ext cx="1392624" cy="8504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434343"/>
      </a:lt1>
      <a:dk2>
        <a:srgbClr val="B7B7B7"/>
      </a:dk2>
      <a:lt2>
        <a:srgbClr val="E7E7E7"/>
      </a:lt2>
      <a:accent1>
        <a:srgbClr val="007E6C"/>
      </a:accent1>
      <a:accent2>
        <a:srgbClr val="00E58E"/>
      </a:accent2>
      <a:accent3>
        <a:srgbClr val="CF94B4"/>
      </a:accent3>
      <a:accent4>
        <a:srgbClr val="F6B5D3"/>
      </a:accent4>
      <a:accent5>
        <a:srgbClr val="FFF269"/>
      </a:accent5>
      <a:accent6>
        <a:srgbClr val="F8ED89"/>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